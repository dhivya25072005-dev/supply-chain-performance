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79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09A2AE-5542-4356-AF76-36CF646976D8}" v="41" dt="2026-09-27T17:30:09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ivya G" userId="2a2a5bd1ea46266e" providerId="LiveId" clId="{7165BEFC-6165-47FA-8757-D851393C1F71}"/>
    <pc:docChg chg="undo redo custSel addSld delSld modSld sldOrd">
      <pc:chgData name="Dhivya G" userId="2a2a5bd1ea46266e" providerId="LiveId" clId="{7165BEFC-6165-47FA-8757-D851393C1F71}" dt="2026-09-30T10:06:04.136" v="3839" actId="20577"/>
      <pc:docMkLst>
        <pc:docMk/>
      </pc:docMkLst>
      <pc:sldChg chg="modSp mod">
        <pc:chgData name="Dhivya G" userId="2a2a5bd1ea46266e" providerId="LiveId" clId="{7165BEFC-6165-47FA-8757-D851393C1F71}" dt="2026-09-30T10:06:04.136" v="3839" actId="20577"/>
        <pc:sldMkLst>
          <pc:docMk/>
          <pc:sldMk cId="0" sldId="256"/>
        </pc:sldMkLst>
        <pc:spChg chg="mod">
          <ac:chgData name="Dhivya G" userId="2a2a5bd1ea46266e" providerId="LiveId" clId="{7165BEFC-6165-47FA-8757-D851393C1F71}" dt="2026-09-18T04:05:35.304" v="33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Dhivya G" userId="2a2a5bd1ea46266e" providerId="LiveId" clId="{7165BEFC-6165-47FA-8757-D851393C1F71}" dt="2026-09-18T04:23:48.638" v="159" actId="2711"/>
          <ac:spMkLst>
            <pc:docMk/>
            <pc:sldMk cId="0" sldId="256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9-30T10:06:04.136" v="3839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9-18T04:05:49.330" v="36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Dhivya G" userId="2a2a5bd1ea46266e" providerId="LiveId" clId="{7165BEFC-6165-47FA-8757-D851393C1F71}" dt="2026-09-18T04:24:12.957" v="161" actId="2711"/>
          <ac:spMkLst>
            <pc:docMk/>
            <pc:sldMk cId="0" sldId="256"/>
            <ac:spMk id="12" creationId="{00000000-0000-0000-0000-000000000000}"/>
          </ac:spMkLst>
        </pc:spChg>
        <pc:spChg chg="mod">
          <ac:chgData name="Dhivya G" userId="2a2a5bd1ea46266e" providerId="LiveId" clId="{7165BEFC-6165-47FA-8757-D851393C1F71}" dt="2026-09-18T04:24:26.341" v="164" actId="2711"/>
          <ac:spMkLst>
            <pc:docMk/>
            <pc:sldMk cId="0" sldId="256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9-18T04:24:34.164" v="165" actId="2711"/>
          <ac:spMkLst>
            <pc:docMk/>
            <pc:sldMk cId="0" sldId="256"/>
            <ac:spMk id="14" creationId="{00000000-0000-0000-0000-000000000000}"/>
          </ac:spMkLst>
        </pc:spChg>
        <pc:spChg chg="mod">
          <ac:chgData name="Dhivya G" userId="2a2a5bd1ea46266e" providerId="LiveId" clId="{7165BEFC-6165-47FA-8757-D851393C1F71}" dt="2026-09-18T04:24:42.422" v="166" actId="2711"/>
          <ac:spMkLst>
            <pc:docMk/>
            <pc:sldMk cId="0" sldId="256"/>
            <ac:spMk id="15" creationId="{00000000-0000-0000-0000-000000000000}"/>
          </ac:spMkLst>
        </pc:spChg>
        <pc:spChg chg="mod">
          <ac:chgData name="Dhivya G" userId="2a2a5bd1ea46266e" providerId="LiveId" clId="{7165BEFC-6165-47FA-8757-D851393C1F71}" dt="2026-09-18T04:25:27.108" v="169" actId="2711"/>
          <ac:spMkLst>
            <pc:docMk/>
            <pc:sldMk cId="0" sldId="256"/>
            <ac:spMk id="16" creationId="{00000000-0000-0000-0000-000000000000}"/>
          </ac:spMkLst>
        </pc:spChg>
        <pc:spChg chg="mod">
          <ac:chgData name="Dhivya G" userId="2a2a5bd1ea46266e" providerId="LiveId" clId="{7165BEFC-6165-47FA-8757-D851393C1F71}" dt="2026-09-18T04:25:02.471" v="167" actId="2711"/>
          <ac:spMkLst>
            <pc:docMk/>
            <pc:sldMk cId="0" sldId="256"/>
            <ac:spMk id="17" creationId="{00000000-0000-0000-0000-000000000000}"/>
          </ac:spMkLst>
        </pc:spChg>
        <pc:picChg chg="mod">
          <ac:chgData name="Dhivya G" userId="2a2a5bd1ea46266e" providerId="LiveId" clId="{7165BEFC-6165-47FA-8757-D851393C1F71}" dt="2026-09-27T15:28:09.586" v="2217" actId="1076"/>
          <ac:picMkLst>
            <pc:docMk/>
            <pc:sldMk cId="0" sldId="256"/>
            <ac:picMk id="3" creationId="{00000000-0000-0000-0000-000000000000}"/>
          </ac:picMkLst>
        </pc:picChg>
      </pc:sldChg>
      <pc:sldChg chg="modSp mod">
        <pc:chgData name="Dhivya G" userId="2a2a5bd1ea46266e" providerId="LiveId" clId="{7165BEFC-6165-47FA-8757-D851393C1F71}" dt="2026-09-27T15:54:05.295" v="2648" actId="20577"/>
        <pc:sldMkLst>
          <pc:docMk/>
          <pc:sldMk cId="0" sldId="257"/>
        </pc:sldMkLst>
        <pc:spChg chg="mod">
          <ac:chgData name="Dhivya G" userId="2a2a5bd1ea46266e" providerId="LiveId" clId="{7165BEFC-6165-47FA-8757-D851393C1F71}" dt="2026-09-27T15:54:05.295" v="2648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Dhivya G" userId="2a2a5bd1ea46266e" providerId="LiveId" clId="{7165BEFC-6165-47FA-8757-D851393C1F71}" dt="2026-09-18T04:25:36.994" v="170" actId="2711"/>
          <ac:spMkLst>
            <pc:docMk/>
            <pc:sldMk cId="0" sldId="257"/>
            <ac:spMk id="7" creationId="{00000000-0000-0000-0000-000000000000}"/>
          </ac:spMkLst>
        </pc:spChg>
        <pc:spChg chg="mod">
          <ac:chgData name="Dhivya G" userId="2a2a5bd1ea46266e" providerId="LiveId" clId="{7165BEFC-6165-47FA-8757-D851393C1F71}" dt="2026-09-18T04:25:55.175" v="174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Dhivya G" userId="2a2a5bd1ea46266e" providerId="LiveId" clId="{7165BEFC-6165-47FA-8757-D851393C1F71}" dt="2026-09-18T04:26:04.534" v="175" actId="271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Dhivya G" userId="2a2a5bd1ea46266e" providerId="LiveId" clId="{7165BEFC-6165-47FA-8757-D851393C1F71}" dt="2026-09-18T04:26:11.810" v="176" actId="2711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hivya G" userId="2a2a5bd1ea46266e" providerId="LiveId" clId="{7165BEFC-6165-47FA-8757-D851393C1F71}" dt="2026-09-18T04:26:26.205" v="178" actId="271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Dhivya G" userId="2a2a5bd1ea46266e" providerId="LiveId" clId="{7165BEFC-6165-47FA-8757-D851393C1F71}" dt="2026-09-18T04:26:18.645" v="177" actId="2711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hivya G" userId="2a2a5bd1ea46266e" providerId="LiveId" clId="{7165BEFC-6165-47FA-8757-D851393C1F71}" dt="2026-09-18T04:26:52.128" v="182" actId="1410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Dhivya G" userId="2a2a5bd1ea46266e" providerId="LiveId" clId="{7165BEFC-6165-47FA-8757-D851393C1F71}" dt="2026-09-18T04:27:25.080" v="186" actId="2711"/>
          <ac:spMkLst>
            <pc:docMk/>
            <pc:sldMk cId="0" sldId="257"/>
            <ac:spMk id="19" creationId="{00000000-0000-0000-0000-000000000000}"/>
          </ac:spMkLst>
        </pc:spChg>
        <pc:spChg chg="mod">
          <ac:chgData name="Dhivya G" userId="2a2a5bd1ea46266e" providerId="LiveId" clId="{7165BEFC-6165-47FA-8757-D851393C1F71}" dt="2026-09-18T04:27:03.425" v="184" actId="2711"/>
          <ac:spMkLst>
            <pc:docMk/>
            <pc:sldMk cId="0" sldId="257"/>
            <ac:spMk id="20" creationId="{00000000-0000-0000-0000-000000000000}"/>
          </ac:spMkLst>
        </pc:spChg>
      </pc:sldChg>
      <pc:sldChg chg="addSp delSp modSp mod">
        <pc:chgData name="Dhivya G" userId="2a2a5bd1ea46266e" providerId="LiveId" clId="{7165BEFC-6165-47FA-8757-D851393C1F71}" dt="2026-09-27T15:54:12.708" v="2649" actId="6549"/>
        <pc:sldMkLst>
          <pc:docMk/>
          <pc:sldMk cId="0" sldId="258"/>
        </pc:sldMkLst>
        <pc:spChg chg="mod">
          <ac:chgData name="Dhivya G" userId="2a2a5bd1ea46266e" providerId="LiveId" clId="{7165BEFC-6165-47FA-8757-D851393C1F71}" dt="2026-09-27T15:54:12.708" v="2649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9-18T04:27:35.494" v="187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9-18T04:21:39.772" v="132" actId="6549"/>
          <ac:spMkLst>
            <pc:docMk/>
            <pc:sldMk cId="0" sldId="258"/>
            <ac:spMk id="8" creationId="{00000000-0000-0000-0000-000000000000}"/>
          </ac:spMkLst>
        </pc:spChg>
        <pc:spChg chg="mod">
          <ac:chgData name="Dhivya G" userId="2a2a5bd1ea46266e" providerId="LiveId" clId="{7165BEFC-6165-47FA-8757-D851393C1F71}" dt="2026-09-18T04:28:27.881" v="192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9-18T04:22:17.465" v="140" actId="6549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9-27T15:28:58.195" v="2262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Dhivya G" userId="2a2a5bd1ea46266e" providerId="LiveId" clId="{7165BEFC-6165-47FA-8757-D851393C1F71}" dt="2026-09-27T15:29:43.502" v="2295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Dhivya G" userId="2a2a5bd1ea46266e" providerId="LiveId" clId="{7165BEFC-6165-47FA-8757-D851393C1F71}" dt="2026-09-18T04:23:27.809" v="158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9-18T04:21:17.420" v="129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hivya G" userId="2a2a5bd1ea46266e" providerId="LiveId" clId="{7165BEFC-6165-47FA-8757-D851393C1F71}" dt="2026-09-18T04:20:33.791" v="120" actId="6549"/>
          <ac:spMkLst>
            <pc:docMk/>
            <pc:sldMk cId="0" sldId="258"/>
            <ac:spMk id="16" creationId="{00000000-0000-0000-0000-000000000000}"/>
          </ac:spMkLst>
        </pc:spChg>
        <pc:spChg chg="mod">
          <ac:chgData name="Dhivya G" userId="2a2a5bd1ea46266e" providerId="LiveId" clId="{7165BEFC-6165-47FA-8757-D851393C1F71}" dt="2026-09-18T04:20:39.700" v="122" actId="6549"/>
          <ac:spMkLst>
            <pc:docMk/>
            <pc:sldMk cId="0" sldId="258"/>
            <ac:spMk id="17" creationId="{00000000-0000-0000-0000-000000000000}"/>
          </ac:spMkLst>
        </pc:spChg>
        <pc:spChg chg="mod">
          <ac:chgData name="Dhivya G" userId="2a2a5bd1ea46266e" providerId="LiveId" clId="{7165BEFC-6165-47FA-8757-D851393C1F71}" dt="2026-09-18T04:18:52.545" v="103" actId="20577"/>
          <ac:spMkLst>
            <pc:docMk/>
            <pc:sldMk cId="0" sldId="258"/>
            <ac:spMk id="19" creationId="{00000000-0000-0000-0000-000000000000}"/>
          </ac:spMkLst>
        </pc:spChg>
        <pc:spChg chg="add mod">
          <ac:chgData name="Dhivya G" userId="2a2a5bd1ea46266e" providerId="LiveId" clId="{7165BEFC-6165-47FA-8757-D851393C1F71}" dt="2026-09-18T04:27:46.956" v="188" actId="2711"/>
          <ac:spMkLst>
            <pc:docMk/>
            <pc:sldMk cId="0" sldId="258"/>
            <ac:spMk id="22" creationId="{D7DE2857-E179-4B42-63C0-8508DBD662AD}"/>
          </ac:spMkLst>
        </pc:spChg>
        <pc:picChg chg="mod">
          <ac:chgData name="Dhivya G" userId="2a2a5bd1ea46266e" providerId="LiveId" clId="{7165BEFC-6165-47FA-8757-D851393C1F71}" dt="2026-09-18T04:21:00.205" v="126" actId="1076"/>
          <ac:picMkLst>
            <pc:docMk/>
            <pc:sldMk cId="0" sldId="258"/>
            <ac:picMk id="2" creationId="{00000000-0000-0000-0000-000000000000}"/>
          </ac:picMkLst>
        </pc:picChg>
        <pc:picChg chg="mod">
          <ac:chgData name="Dhivya G" userId="2a2a5bd1ea46266e" providerId="LiveId" clId="{7165BEFC-6165-47FA-8757-D851393C1F71}" dt="2026-09-18T04:21:30.748" v="131" actId="14100"/>
          <ac:picMkLst>
            <pc:docMk/>
            <pc:sldMk cId="0" sldId="258"/>
            <ac:picMk id="20" creationId="{00000000-0000-0000-0000-000000000000}"/>
          </ac:picMkLst>
        </pc:picChg>
      </pc:sldChg>
      <pc:sldChg chg="modSp mod">
        <pc:chgData name="Dhivya G" userId="2a2a5bd1ea46266e" providerId="LiveId" clId="{7165BEFC-6165-47FA-8757-D851393C1F71}" dt="2026-09-27T15:54:19.122" v="2650" actId="6549"/>
        <pc:sldMkLst>
          <pc:docMk/>
          <pc:sldMk cId="0" sldId="259"/>
        </pc:sldMkLst>
        <pc:spChg chg="mod">
          <ac:chgData name="Dhivya G" userId="2a2a5bd1ea46266e" providerId="LiveId" clId="{7165BEFC-6165-47FA-8757-D851393C1F71}" dt="2026-09-27T15:54:19.122" v="2650" actId="6549"/>
          <ac:spMkLst>
            <pc:docMk/>
            <pc:sldMk cId="0" sldId="259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9-18T04:29:13.221" v="199" actId="2711"/>
          <ac:spMkLst>
            <pc:docMk/>
            <pc:sldMk cId="0" sldId="259"/>
            <ac:spMk id="8" creationId="{00000000-0000-0000-0000-000000000000}"/>
          </ac:spMkLst>
        </pc:spChg>
        <pc:spChg chg="mod">
          <ac:chgData name="Dhivya G" userId="2a2a5bd1ea46266e" providerId="LiveId" clId="{7165BEFC-6165-47FA-8757-D851393C1F71}" dt="2026-09-18T04:13:47.485" v="71" actId="1035"/>
          <ac:spMkLst>
            <pc:docMk/>
            <pc:sldMk cId="0" sldId="259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9-18T04:30:38.927" v="200" actId="2711"/>
          <ac:spMkLst>
            <pc:docMk/>
            <pc:sldMk cId="0" sldId="259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9-18T04:32:23.571" v="236" actId="5793"/>
          <ac:spMkLst>
            <pc:docMk/>
            <pc:sldMk cId="0" sldId="259"/>
            <ac:spMk id="11" creationId="{00000000-0000-0000-0000-000000000000}"/>
          </ac:spMkLst>
        </pc:spChg>
        <pc:spChg chg="mod">
          <ac:chgData name="Dhivya G" userId="2a2a5bd1ea46266e" providerId="LiveId" clId="{7165BEFC-6165-47FA-8757-D851393C1F71}" dt="2026-09-18T04:31:21.310" v="215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Dhivya G" userId="2a2a5bd1ea46266e" providerId="LiveId" clId="{7165BEFC-6165-47FA-8757-D851393C1F71}" dt="2026-09-18T04:40:13.234" v="274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Dhivya G" userId="2a2a5bd1ea46266e" providerId="LiveId" clId="{7165BEFC-6165-47FA-8757-D851393C1F71}" dt="2026-09-18T04:38:19.668" v="242" actId="6549"/>
          <ac:spMkLst>
            <pc:docMk/>
            <pc:sldMk cId="0" sldId="259"/>
            <ac:spMk id="16" creationId="{00000000-0000-0000-0000-000000000000}"/>
          </ac:spMkLst>
        </pc:spChg>
        <pc:spChg chg="mod">
          <ac:chgData name="Dhivya G" userId="2a2a5bd1ea46266e" providerId="LiveId" clId="{7165BEFC-6165-47FA-8757-D851393C1F71}" dt="2026-09-18T04:44:49.793" v="305" actId="2711"/>
          <ac:spMkLst>
            <pc:docMk/>
            <pc:sldMk cId="0" sldId="259"/>
            <ac:spMk id="18" creationId="{00000000-0000-0000-0000-000000000000}"/>
          </ac:spMkLst>
        </pc:spChg>
        <pc:spChg chg="mod">
          <ac:chgData name="Dhivya G" userId="2a2a5bd1ea46266e" providerId="LiveId" clId="{7165BEFC-6165-47FA-8757-D851393C1F71}" dt="2026-09-18T04:43:05.183" v="288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Dhivya G" userId="2a2a5bd1ea46266e" providerId="LiveId" clId="{7165BEFC-6165-47FA-8757-D851393C1F71}" dt="2026-09-18T04:41:54.191" v="276" actId="6549"/>
          <ac:spMkLst>
            <pc:docMk/>
            <pc:sldMk cId="0" sldId="259"/>
            <ac:spMk id="20" creationId="{00000000-0000-0000-0000-000000000000}"/>
          </ac:spMkLst>
        </pc:spChg>
        <pc:spChg chg="mod">
          <ac:chgData name="Dhivya G" userId="2a2a5bd1ea46266e" providerId="LiveId" clId="{7165BEFC-6165-47FA-8757-D851393C1F71}" dt="2026-09-18T04:44:59.015" v="306" actId="2711"/>
          <ac:spMkLst>
            <pc:docMk/>
            <pc:sldMk cId="0" sldId="259"/>
            <ac:spMk id="22" creationId="{00000000-0000-0000-0000-000000000000}"/>
          </ac:spMkLst>
        </pc:spChg>
        <pc:spChg chg="mod">
          <ac:chgData name="Dhivya G" userId="2a2a5bd1ea46266e" providerId="LiveId" clId="{7165BEFC-6165-47FA-8757-D851393C1F71}" dt="2026-09-18T04:44:31.560" v="304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Dhivya G" userId="2a2a5bd1ea46266e" providerId="LiveId" clId="{7165BEFC-6165-47FA-8757-D851393C1F71}" dt="2026-09-18T04:45:13.337" v="313" actId="2711"/>
          <ac:spMkLst>
            <pc:docMk/>
            <pc:sldMk cId="0" sldId="259"/>
            <ac:spMk id="25" creationId="{00000000-0000-0000-0000-000000000000}"/>
          </ac:spMkLst>
        </pc:spChg>
        <pc:spChg chg="mod">
          <ac:chgData name="Dhivya G" userId="2a2a5bd1ea46266e" providerId="LiveId" clId="{7165BEFC-6165-47FA-8757-D851393C1F71}" dt="2026-09-18T04:46:24.683" v="323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Dhivya G" userId="2a2a5bd1ea46266e" providerId="LiveId" clId="{7165BEFC-6165-47FA-8757-D851393C1F71}" dt="2026-09-18T04:45:40.170" v="316" actId="6549"/>
          <ac:spMkLst>
            <pc:docMk/>
            <pc:sldMk cId="0" sldId="259"/>
            <ac:spMk id="27" creationId="{00000000-0000-0000-0000-000000000000}"/>
          </ac:spMkLst>
        </pc:spChg>
        <pc:spChg chg="mod">
          <ac:chgData name="Dhivya G" userId="2a2a5bd1ea46266e" providerId="LiveId" clId="{7165BEFC-6165-47FA-8757-D851393C1F71}" dt="2026-09-18T04:47:53.490" v="337" actId="107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Dhivya G" userId="2a2a5bd1ea46266e" providerId="LiveId" clId="{7165BEFC-6165-47FA-8757-D851393C1F71}" dt="2026-09-18T04:46:39.641" v="326" actId="6549"/>
          <ac:spMkLst>
            <pc:docMk/>
            <pc:sldMk cId="0" sldId="259"/>
            <ac:spMk id="31" creationId="{00000000-0000-0000-0000-000000000000}"/>
          </ac:spMkLst>
        </pc:spChg>
        <pc:spChg chg="mod">
          <ac:chgData name="Dhivya G" userId="2a2a5bd1ea46266e" providerId="LiveId" clId="{7165BEFC-6165-47FA-8757-D851393C1F71}" dt="2026-09-18T04:48:24.780" v="341" actId="20577"/>
          <ac:spMkLst>
            <pc:docMk/>
            <pc:sldMk cId="0" sldId="259"/>
            <ac:spMk id="34" creationId="{00000000-0000-0000-0000-000000000000}"/>
          </ac:spMkLst>
        </pc:spChg>
      </pc:sldChg>
      <pc:sldChg chg="modSp mod ord">
        <pc:chgData name="Dhivya G" userId="2a2a5bd1ea46266e" providerId="LiveId" clId="{7165BEFC-6165-47FA-8757-D851393C1F71}" dt="2026-09-27T15:54:25.453" v="2651" actId="6549"/>
        <pc:sldMkLst>
          <pc:docMk/>
          <pc:sldMk cId="0" sldId="260"/>
        </pc:sldMkLst>
        <pc:spChg chg="mod">
          <ac:chgData name="Dhivya G" userId="2a2a5bd1ea46266e" providerId="LiveId" clId="{7165BEFC-6165-47FA-8757-D851393C1F71}" dt="2026-09-27T15:54:25.453" v="2651" actId="6549"/>
          <ac:spMkLst>
            <pc:docMk/>
            <pc:sldMk cId="0" sldId="260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9-18T04:49:25.792" v="342" actId="2711"/>
          <ac:spMkLst>
            <pc:docMk/>
            <pc:sldMk cId="0" sldId="260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9-18T04:49:36.460" v="343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Dhivya G" userId="2a2a5bd1ea46266e" providerId="LiveId" clId="{7165BEFC-6165-47FA-8757-D851393C1F71}" dt="2026-09-18T04:49:42.141" v="344" actId="2711"/>
          <ac:spMkLst>
            <pc:docMk/>
            <pc:sldMk cId="0" sldId="260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9-18T04:49:49.080" v="345" actId="2711"/>
          <ac:spMkLst>
            <pc:docMk/>
            <pc:sldMk cId="0" sldId="260"/>
            <ac:spMk id="11" creationId="{00000000-0000-0000-0000-000000000000}"/>
          </ac:spMkLst>
        </pc:spChg>
        <pc:spChg chg="mod">
          <ac:chgData name="Dhivya G" userId="2a2a5bd1ea46266e" providerId="LiveId" clId="{7165BEFC-6165-47FA-8757-D851393C1F71}" dt="2026-09-18T04:50:02.193" v="347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9-18T04:59:26.363" v="362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Dhivya G" userId="2a2a5bd1ea46266e" providerId="LiveId" clId="{7165BEFC-6165-47FA-8757-D851393C1F71}" dt="2026-09-18T04:50:12.463" v="349" actId="25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hivya G" userId="2a2a5bd1ea46266e" providerId="LiveId" clId="{7165BEFC-6165-47FA-8757-D851393C1F71}" dt="2026-09-18T04:59:20.746" v="361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Dhivya G" userId="2a2a5bd1ea46266e" providerId="LiveId" clId="{7165BEFC-6165-47FA-8757-D851393C1F71}" dt="2026-09-18T04:50:30.495" v="351" actId="25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Dhivya G" userId="2a2a5bd1ea46266e" providerId="LiveId" clId="{7165BEFC-6165-47FA-8757-D851393C1F71}" dt="2026-09-18T04:59:55.457" v="367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hivya G" userId="2a2a5bd1ea46266e" providerId="LiveId" clId="{7165BEFC-6165-47FA-8757-D851393C1F71}" dt="2026-09-18T04:50:40.686" v="353" actId="25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Dhivya G" userId="2a2a5bd1ea46266e" providerId="LiveId" clId="{7165BEFC-6165-47FA-8757-D851393C1F71}" dt="2026-09-18T05:00:03.501" v="369" actId="1076"/>
          <ac:spMkLst>
            <pc:docMk/>
            <pc:sldMk cId="0" sldId="260"/>
            <ac:spMk id="20" creationId="{00000000-0000-0000-0000-000000000000}"/>
          </ac:spMkLst>
        </pc:spChg>
      </pc:sldChg>
      <pc:sldChg chg="modSp mod">
        <pc:chgData name="Dhivya G" userId="2a2a5bd1ea46266e" providerId="LiveId" clId="{7165BEFC-6165-47FA-8757-D851393C1F71}" dt="2026-09-27T15:54:34.737" v="2652" actId="20577"/>
        <pc:sldMkLst>
          <pc:docMk/>
          <pc:sldMk cId="0" sldId="261"/>
        </pc:sldMkLst>
        <pc:spChg chg="mod">
          <ac:chgData name="Dhivya G" userId="2a2a5bd1ea46266e" providerId="LiveId" clId="{7165BEFC-6165-47FA-8757-D851393C1F71}" dt="2026-09-27T15:54:34.737" v="2652" actId="20577"/>
          <ac:spMkLst>
            <pc:docMk/>
            <pc:sldMk cId="0" sldId="261"/>
            <ac:spMk id="4" creationId="{00000000-0000-0000-0000-000000000000}"/>
          </ac:spMkLst>
        </pc:spChg>
      </pc:sldChg>
      <pc:sldChg chg="addSp delSp modSp mod">
        <pc:chgData name="Dhivya G" userId="2a2a5bd1ea46266e" providerId="LiveId" clId="{7165BEFC-6165-47FA-8757-D851393C1F71}" dt="2026-09-29T05:16:59.053" v="3789" actId="14100"/>
        <pc:sldMkLst>
          <pc:docMk/>
          <pc:sldMk cId="0" sldId="262"/>
        </pc:sldMkLst>
        <pc:spChg chg="mod">
          <ac:chgData name="Dhivya G" userId="2a2a5bd1ea46266e" providerId="LiveId" clId="{7165BEFC-6165-47FA-8757-D851393C1F71}" dt="2026-09-25T15:47:45.483" v="1739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Dhivya G" userId="2a2a5bd1ea46266e" providerId="LiveId" clId="{7165BEFC-6165-47FA-8757-D851393C1F71}" dt="2026-09-27T15:54:40.502" v="2653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9-25T15:46:42.706" v="1702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9-18T05:01:07.335" v="378" actId="6549"/>
          <ac:spMkLst>
            <pc:docMk/>
            <pc:sldMk cId="0" sldId="262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9-18T05:00:53.289" v="375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9-18T05:01:11.931" v="379" actId="6549"/>
          <ac:spMkLst>
            <pc:docMk/>
            <pc:sldMk cId="0" sldId="262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9-18T05:01:15.927" v="381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Dhivya G" userId="2a2a5bd1ea46266e" providerId="LiveId" clId="{7165BEFC-6165-47FA-8757-D851393C1F71}" dt="2026-09-18T05:01:28.593" v="385" actId="6549"/>
          <ac:spMkLst>
            <pc:docMk/>
            <pc:sldMk cId="0" sldId="262"/>
            <ac:spMk id="17" creationId="{00000000-0000-0000-0000-000000000000}"/>
          </ac:spMkLst>
        </pc:spChg>
        <pc:spChg chg="mod">
          <ac:chgData name="Dhivya G" userId="2a2a5bd1ea46266e" providerId="LiveId" clId="{7165BEFC-6165-47FA-8757-D851393C1F71}" dt="2026-09-18T05:01:32.672" v="387" actId="2057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Dhivya G" userId="2a2a5bd1ea46266e" providerId="LiveId" clId="{7165BEFC-6165-47FA-8757-D851393C1F71}" dt="2026-09-18T05:01:41.494" v="390" actId="6549"/>
          <ac:spMkLst>
            <pc:docMk/>
            <pc:sldMk cId="0" sldId="262"/>
            <ac:spMk id="21" creationId="{00000000-0000-0000-0000-000000000000}"/>
          </ac:spMkLst>
        </pc:spChg>
        <pc:spChg chg="mod">
          <ac:chgData name="Dhivya G" userId="2a2a5bd1ea46266e" providerId="LiveId" clId="{7165BEFC-6165-47FA-8757-D851393C1F71}" dt="2026-09-18T05:01:53.060" v="394" actId="20577"/>
          <ac:spMkLst>
            <pc:docMk/>
            <pc:sldMk cId="0" sldId="262"/>
            <ac:spMk id="22" creationId="{00000000-0000-0000-0000-000000000000}"/>
          </ac:spMkLst>
        </pc:spChg>
        <pc:spChg chg="mod">
          <ac:chgData name="Dhivya G" userId="2a2a5bd1ea46266e" providerId="LiveId" clId="{7165BEFC-6165-47FA-8757-D851393C1F71}" dt="2026-09-18T05:02:05.784" v="397" actId="6549"/>
          <ac:spMkLst>
            <pc:docMk/>
            <pc:sldMk cId="0" sldId="262"/>
            <ac:spMk id="25" creationId="{00000000-0000-0000-0000-000000000000}"/>
          </ac:spMkLst>
        </pc:spChg>
        <pc:spChg chg="mod">
          <ac:chgData name="Dhivya G" userId="2a2a5bd1ea46266e" providerId="LiveId" clId="{7165BEFC-6165-47FA-8757-D851393C1F71}" dt="2026-09-18T05:02:10.010" v="398" actId="20577"/>
          <ac:spMkLst>
            <pc:docMk/>
            <pc:sldMk cId="0" sldId="262"/>
            <ac:spMk id="26" creationId="{00000000-0000-0000-0000-000000000000}"/>
          </ac:spMkLst>
        </pc:spChg>
        <pc:spChg chg="add mod">
          <ac:chgData name="Dhivya G" userId="2a2a5bd1ea46266e" providerId="LiveId" clId="{7165BEFC-6165-47FA-8757-D851393C1F71}" dt="2026-09-25T15:46:56.941" v="1705" actId="1076"/>
          <ac:spMkLst>
            <pc:docMk/>
            <pc:sldMk cId="0" sldId="262"/>
            <ac:spMk id="28" creationId="{632DB4BC-6914-AAA4-663C-01F6D653BCA0}"/>
          </ac:spMkLst>
        </pc:spChg>
        <pc:spChg chg="add mod">
          <ac:chgData name="Dhivya G" userId="2a2a5bd1ea46266e" providerId="LiveId" clId="{7165BEFC-6165-47FA-8757-D851393C1F71}" dt="2026-09-25T15:48:47.445" v="1776" actId="20577"/>
          <ac:spMkLst>
            <pc:docMk/>
            <pc:sldMk cId="0" sldId="262"/>
            <ac:spMk id="31" creationId="{C3200E81-AC4D-ACB9-3DA7-9364B8377D20}"/>
          </ac:spMkLst>
        </pc:spChg>
        <pc:spChg chg="add mod">
          <ac:chgData name="Dhivya G" userId="2a2a5bd1ea46266e" providerId="LiveId" clId="{7165BEFC-6165-47FA-8757-D851393C1F71}" dt="2026-09-25T15:49:21.041" v="1823" actId="20577"/>
          <ac:spMkLst>
            <pc:docMk/>
            <pc:sldMk cId="0" sldId="262"/>
            <ac:spMk id="33" creationId="{82E423EC-95B9-4E46-1DD5-2FB505AF82E2}"/>
          </ac:spMkLst>
        </pc:spChg>
        <pc:picChg chg="add del mod">
          <ac:chgData name="Dhivya G" userId="2a2a5bd1ea46266e" providerId="LiveId" clId="{7165BEFC-6165-47FA-8757-D851393C1F71}" dt="2026-09-29T05:16:12.944" v="3785" actId="478"/>
          <ac:picMkLst>
            <pc:docMk/>
            <pc:sldMk cId="0" sldId="262"/>
            <ac:picMk id="8" creationId="{1B71ACE4-154C-C55C-1508-5B451D3F59FC}"/>
          </ac:picMkLst>
        </pc:picChg>
        <pc:picChg chg="add mod">
          <ac:chgData name="Dhivya G" userId="2a2a5bd1ea46266e" providerId="LiveId" clId="{7165BEFC-6165-47FA-8757-D851393C1F71}" dt="2026-09-29T05:16:59.053" v="3789" actId="14100"/>
          <ac:picMkLst>
            <pc:docMk/>
            <pc:sldMk cId="0" sldId="262"/>
            <ac:picMk id="11" creationId="{1C8A04FF-EB72-2747-FD68-1150DD0AAED0}"/>
          </ac:picMkLst>
        </pc:picChg>
        <pc:picChg chg="add mod">
          <ac:chgData name="Dhivya G" userId="2a2a5bd1ea46266e" providerId="LiveId" clId="{7165BEFC-6165-47FA-8757-D851393C1F71}" dt="2026-09-27T15:31:45.545" v="2306" actId="1076"/>
          <ac:picMkLst>
            <pc:docMk/>
            <pc:sldMk cId="0" sldId="262"/>
            <ac:picMk id="24" creationId="{DA1E5E73-F714-9FFE-E507-3FDF6AAD8446}"/>
          </ac:picMkLst>
        </pc:picChg>
        <pc:picChg chg="add mod">
          <ac:chgData name="Dhivya G" userId="2a2a5bd1ea46266e" providerId="LiveId" clId="{7165BEFC-6165-47FA-8757-D851393C1F71}" dt="2026-09-27T15:32:10.004" v="2308" actId="1076"/>
          <ac:picMkLst>
            <pc:docMk/>
            <pc:sldMk cId="0" sldId="262"/>
            <ac:picMk id="30" creationId="{3DF79BFC-EFA4-2A92-AA52-991DF675EF79}"/>
          </ac:picMkLst>
        </pc:picChg>
      </pc:sldChg>
      <pc:sldChg chg="addSp delSp modSp add del mod">
        <pc:chgData name="Dhivya G" userId="2a2a5bd1ea46266e" providerId="LiveId" clId="{7165BEFC-6165-47FA-8757-D851393C1F71}" dt="2026-09-27T17:32:08.563" v="3746" actId="1036"/>
        <pc:sldMkLst>
          <pc:docMk/>
          <pc:sldMk cId="0" sldId="263"/>
        </pc:sldMkLst>
        <pc:spChg chg="mod">
          <ac:chgData name="Dhivya G" userId="2a2a5bd1ea46266e" providerId="LiveId" clId="{7165BEFC-6165-47FA-8757-D851393C1F71}" dt="2026-09-27T15:54:48.860" v="2654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9-18T05:15:50.316" v="516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9-26T04:28:44.868" v="1867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Dhivya G" userId="2a2a5bd1ea46266e" providerId="LiveId" clId="{7165BEFC-6165-47FA-8757-D851393C1F71}" dt="2026-09-26T04:28:48.198" v="1868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Dhivya G" userId="2a2a5bd1ea46266e" providerId="LiveId" clId="{7165BEFC-6165-47FA-8757-D851393C1F71}" dt="2026-09-26T04:28:51.513" v="1869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9-26T04:29:18.443" v="1876" actId="579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9-26T04:29:14.639" v="1874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hivya G" userId="2a2a5bd1ea46266e" providerId="LiveId" clId="{7165BEFC-6165-47FA-8757-D851393C1F71}" dt="2026-09-26T04:28:59.258" v="1872" actId="5793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hivya G" userId="2a2a5bd1ea46266e" providerId="LiveId" clId="{7165BEFC-6165-47FA-8757-D851393C1F71}" dt="2026-09-18T05:08:39.651" v="429" actId="6549"/>
          <ac:spMkLst>
            <pc:docMk/>
            <pc:sldMk cId="0" sldId="263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9-18T05:08:52.102" v="433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hivya G" userId="2a2a5bd1ea46266e" providerId="LiveId" clId="{7165BEFC-6165-47FA-8757-D851393C1F71}" dt="2026-09-26T04:28:35.901" v="1865" actId="2057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Dhivya G" userId="2a2a5bd1ea46266e" providerId="LiveId" clId="{7165BEFC-6165-47FA-8757-D851393C1F71}" dt="2026-09-26T04:28:05.564" v="1861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Dhivya G" userId="2a2a5bd1ea46266e" providerId="LiveId" clId="{7165BEFC-6165-47FA-8757-D851393C1F71}" dt="2026-09-26T04:27:49.961" v="1847" actId="6549"/>
          <ac:spMkLst>
            <pc:docMk/>
            <pc:sldMk cId="0" sldId="263"/>
            <ac:spMk id="20" creationId="{00000000-0000-0000-0000-000000000000}"/>
          </ac:spMkLst>
        </pc:spChg>
        <pc:spChg chg="mod">
          <ac:chgData name="Dhivya G" userId="2a2a5bd1ea46266e" providerId="LiveId" clId="{7165BEFC-6165-47FA-8757-D851393C1F71}" dt="2026-09-26T04:28:00.896" v="1860" actId="20577"/>
          <ac:spMkLst>
            <pc:docMk/>
            <pc:sldMk cId="0" sldId="263"/>
            <ac:spMk id="21" creationId="{00000000-0000-0000-0000-000000000000}"/>
          </ac:spMkLst>
        </pc:spChg>
        <pc:spChg chg="add mod">
          <ac:chgData name="Dhivya G" userId="2a2a5bd1ea46266e" providerId="LiveId" clId="{7165BEFC-6165-47FA-8757-D851393C1F71}" dt="2026-09-27T17:32:01.129" v="3744" actId="1076"/>
          <ac:spMkLst>
            <pc:docMk/>
            <pc:sldMk cId="0" sldId="263"/>
            <ac:spMk id="22" creationId="{CFE5970A-A137-F952-FBF1-9FE38C78E8B1}"/>
          </ac:spMkLst>
        </pc:spChg>
        <pc:spChg chg="add mod">
          <ac:chgData name="Dhivya G" userId="2a2a5bd1ea46266e" providerId="LiveId" clId="{7165BEFC-6165-47FA-8757-D851393C1F71}" dt="2026-09-27T17:31:57.485" v="3743" actId="14100"/>
          <ac:spMkLst>
            <pc:docMk/>
            <pc:sldMk cId="0" sldId="263"/>
            <ac:spMk id="30" creationId="{C0702C4E-E8EC-E1E8-6BC7-528B24040601}"/>
          </ac:spMkLst>
        </pc:spChg>
        <pc:picChg chg="mod">
          <ac:chgData name="Dhivya G" userId="2a2a5bd1ea46266e" providerId="LiveId" clId="{7165BEFC-6165-47FA-8757-D851393C1F71}" dt="2026-09-27T15:37:21.324" v="2382" actId="1076"/>
          <ac:picMkLst>
            <pc:docMk/>
            <pc:sldMk cId="0" sldId="263"/>
            <ac:picMk id="2" creationId="{00000000-0000-0000-0000-000000000000}"/>
          </ac:picMkLst>
        </pc:picChg>
        <pc:picChg chg="add mod">
          <ac:chgData name="Dhivya G" userId="2a2a5bd1ea46266e" providerId="LiveId" clId="{7165BEFC-6165-47FA-8757-D851393C1F71}" dt="2026-09-27T17:32:08.563" v="3746" actId="1036"/>
          <ac:picMkLst>
            <pc:docMk/>
            <pc:sldMk cId="0" sldId="263"/>
            <ac:picMk id="26" creationId="{31969288-AD83-BE78-7028-02EB4261D72F}"/>
          </ac:picMkLst>
        </pc:picChg>
      </pc:sldChg>
      <pc:sldChg chg="addSp delSp modSp mod">
        <pc:chgData name="Dhivya G" userId="2a2a5bd1ea46266e" providerId="LiveId" clId="{7165BEFC-6165-47FA-8757-D851393C1F71}" dt="2026-09-27T16:03:31.758" v="2834" actId="20577"/>
        <pc:sldMkLst>
          <pc:docMk/>
          <pc:sldMk cId="0" sldId="264"/>
        </pc:sldMkLst>
        <pc:spChg chg="add mod">
          <ac:chgData name="Dhivya G" userId="2a2a5bd1ea46266e" providerId="LiveId" clId="{7165BEFC-6165-47FA-8757-D851393C1F71}" dt="2026-09-27T15:44:55.118" v="2512" actId="1076"/>
          <ac:spMkLst>
            <pc:docMk/>
            <pc:sldMk cId="0" sldId="264"/>
            <ac:spMk id="3" creationId="{803173B6-1495-8DD5-2127-B688E3545888}"/>
          </ac:spMkLst>
        </pc:spChg>
        <pc:spChg chg="mod">
          <ac:chgData name="Dhivya G" userId="2a2a5bd1ea46266e" providerId="LiveId" clId="{7165BEFC-6165-47FA-8757-D851393C1F71}" dt="2026-09-27T15:54:58.027" v="2655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9-18T05:14:19.434" v="457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Dhivya G" userId="2a2a5bd1ea46266e" providerId="LiveId" clId="{7165BEFC-6165-47FA-8757-D851393C1F71}" dt="2026-09-26T04:39:55.022" v="1902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Dhivya G" userId="2a2a5bd1ea46266e" providerId="LiveId" clId="{7165BEFC-6165-47FA-8757-D851393C1F71}" dt="2026-09-26T04:39:41.212" v="1895" actId="2057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9-26T04:39:46.897" v="1901" actId="20577"/>
          <ac:spMkLst>
            <pc:docMk/>
            <pc:sldMk cId="0" sldId="264"/>
            <ac:spMk id="11" creationId="{00000000-0000-0000-0000-000000000000}"/>
          </ac:spMkLst>
        </pc:spChg>
        <pc:spChg chg="add mod">
          <ac:chgData name="Dhivya G" userId="2a2a5bd1ea46266e" providerId="LiveId" clId="{7165BEFC-6165-47FA-8757-D851393C1F71}" dt="2026-09-27T16:03:31.758" v="2834" actId="20577"/>
          <ac:spMkLst>
            <pc:docMk/>
            <pc:sldMk cId="0" sldId="264"/>
            <ac:spMk id="12" creationId="{CE745D39-77CE-0557-E07A-08D2AF5770C1}"/>
          </ac:spMkLst>
        </pc:spChg>
        <pc:spChg chg="mod">
          <ac:chgData name="Dhivya G" userId="2a2a5bd1ea46266e" providerId="LiveId" clId="{7165BEFC-6165-47FA-8757-D851393C1F71}" dt="2026-09-26T04:40:10.788" v="1906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9-26T04:40:38.963" v="1911" actId="2057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Dhivya G" userId="2a2a5bd1ea46266e" providerId="LiveId" clId="{7165BEFC-6165-47FA-8757-D851393C1F71}" dt="2026-09-26T04:40:00.323" v="1904" actId="5793"/>
          <ac:spMkLst>
            <pc:docMk/>
            <pc:sldMk cId="0" sldId="264"/>
            <ac:spMk id="16" creationId="{00000000-0000-0000-0000-000000000000}"/>
          </ac:spMkLst>
        </pc:spChg>
        <pc:picChg chg="add del mod">
          <ac:chgData name="Dhivya G" userId="2a2a5bd1ea46266e" providerId="LiveId" clId="{7165BEFC-6165-47FA-8757-D851393C1F71}" dt="2026-09-26T05:25:31.822" v="2050" actId="21"/>
          <ac:picMkLst>
            <pc:docMk/>
            <pc:sldMk cId="0" sldId="264"/>
            <ac:picMk id="2" creationId="{00000000-0000-0000-0000-000000000000}"/>
          </ac:picMkLst>
        </pc:picChg>
        <pc:picChg chg="add mod">
          <ac:chgData name="Dhivya G" userId="2a2a5bd1ea46266e" providerId="LiveId" clId="{7165BEFC-6165-47FA-8757-D851393C1F71}" dt="2026-09-27T15:45:12.213" v="2516" actId="14100"/>
          <ac:picMkLst>
            <pc:docMk/>
            <pc:sldMk cId="0" sldId="264"/>
            <ac:picMk id="6" creationId="{EA4BEE56-767F-EE9B-5317-DE5AC6C2EBE2}"/>
          </ac:picMkLst>
        </pc:picChg>
      </pc:sldChg>
      <pc:sldChg chg="addSp delSp modSp mod">
        <pc:chgData name="Dhivya G" userId="2a2a5bd1ea46266e" providerId="LiveId" clId="{7165BEFC-6165-47FA-8757-D851393C1F71}" dt="2026-09-27T16:07:55.661" v="2882" actId="20577"/>
        <pc:sldMkLst>
          <pc:docMk/>
          <pc:sldMk cId="0" sldId="265"/>
        </pc:sldMkLst>
        <pc:spChg chg="mod">
          <ac:chgData name="Dhivya G" userId="2a2a5bd1ea46266e" providerId="LiveId" clId="{7165BEFC-6165-47FA-8757-D851393C1F71}" dt="2026-09-27T15:55:03.647" v="2656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9-26T05:28:25.876" v="2075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Dhivya G" userId="2a2a5bd1ea46266e" providerId="LiveId" clId="{7165BEFC-6165-47FA-8757-D851393C1F71}" dt="2026-09-21T08:11:46.802" v="1105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Dhivya G" userId="2a2a5bd1ea46266e" providerId="LiveId" clId="{7165BEFC-6165-47FA-8757-D851393C1F71}" dt="2026-09-21T08:11:52.120" v="1112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9-21T08:11:58.027" v="1123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9-21T08:12:01.142" v="1125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hivya G" userId="2a2a5bd1ea46266e" providerId="LiveId" clId="{7165BEFC-6165-47FA-8757-D851393C1F71}" dt="2026-09-21T08:12:13.069" v="1142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9-21T08:12:18.479" v="1150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hivya G" userId="2a2a5bd1ea46266e" providerId="LiveId" clId="{7165BEFC-6165-47FA-8757-D851393C1F71}" dt="2026-09-21T08:13:54.008" v="1167" actId="2057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Dhivya G" userId="2a2a5bd1ea46266e" providerId="LiveId" clId="{7165BEFC-6165-47FA-8757-D851393C1F71}" dt="2026-09-21T08:14:06.470" v="1169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Dhivya G" userId="2a2a5bd1ea46266e" providerId="LiveId" clId="{7165BEFC-6165-47FA-8757-D851393C1F71}" dt="2026-09-21T08:14:02.955" v="1168" actId="2057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Dhivya G" userId="2a2a5bd1ea46266e" providerId="LiveId" clId="{7165BEFC-6165-47FA-8757-D851393C1F71}" dt="2026-09-21T08:14:14.461" v="1172" actId="2057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Dhivya G" userId="2a2a5bd1ea46266e" providerId="LiveId" clId="{7165BEFC-6165-47FA-8757-D851393C1F71}" dt="2026-09-21T08:14:21.168" v="1180" actId="2057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Dhivya G" userId="2a2a5bd1ea46266e" providerId="LiveId" clId="{7165BEFC-6165-47FA-8757-D851393C1F71}" dt="2026-09-21T08:14:27.433" v="1196" actId="20577"/>
          <ac:spMkLst>
            <pc:docMk/>
            <pc:sldMk cId="0" sldId="265"/>
            <ac:spMk id="22" creationId="{00000000-0000-0000-0000-000000000000}"/>
          </ac:spMkLst>
        </pc:spChg>
        <pc:spChg chg="mod">
          <ac:chgData name="Dhivya G" userId="2a2a5bd1ea46266e" providerId="LiveId" clId="{7165BEFC-6165-47FA-8757-D851393C1F71}" dt="2026-09-21T08:13:45.504" v="1164" actId="6549"/>
          <ac:spMkLst>
            <pc:docMk/>
            <pc:sldMk cId="0" sldId="265"/>
            <ac:spMk id="23" creationId="{00000000-0000-0000-0000-000000000000}"/>
          </ac:spMkLst>
        </pc:spChg>
        <pc:spChg chg="mod">
          <ac:chgData name="Dhivya G" userId="2a2a5bd1ea46266e" providerId="LiveId" clId="{7165BEFC-6165-47FA-8757-D851393C1F71}" dt="2026-09-21T08:12:25.857" v="1162" actId="20577"/>
          <ac:spMkLst>
            <pc:docMk/>
            <pc:sldMk cId="0" sldId="265"/>
            <ac:spMk id="24" creationId="{00000000-0000-0000-0000-000000000000}"/>
          </ac:spMkLst>
        </pc:spChg>
        <pc:spChg chg="mod">
          <ac:chgData name="Dhivya G" userId="2a2a5bd1ea46266e" providerId="LiveId" clId="{7165BEFC-6165-47FA-8757-D851393C1F71}" dt="2026-09-26T04:42:23.815" v="1959" actId="20577"/>
          <ac:spMkLst>
            <pc:docMk/>
            <pc:sldMk cId="0" sldId="265"/>
            <ac:spMk id="26" creationId="{00000000-0000-0000-0000-000000000000}"/>
          </ac:spMkLst>
        </pc:spChg>
        <pc:spChg chg="mod">
          <ac:chgData name="Dhivya G" userId="2a2a5bd1ea46266e" providerId="LiveId" clId="{7165BEFC-6165-47FA-8757-D851393C1F71}" dt="2026-09-26T04:42:27.413" v="1960" actId="20577"/>
          <ac:spMkLst>
            <pc:docMk/>
            <pc:sldMk cId="0" sldId="265"/>
            <ac:spMk id="27" creationId="{00000000-0000-0000-0000-000000000000}"/>
          </ac:spMkLst>
        </pc:spChg>
        <pc:spChg chg="mod">
          <ac:chgData name="Dhivya G" userId="2a2a5bd1ea46266e" providerId="LiveId" clId="{7165BEFC-6165-47FA-8757-D851393C1F71}" dt="2026-09-26T04:42:42.057" v="1964" actId="20577"/>
          <ac:spMkLst>
            <pc:docMk/>
            <pc:sldMk cId="0" sldId="265"/>
            <ac:spMk id="31" creationId="{00000000-0000-0000-0000-000000000000}"/>
          </ac:spMkLst>
        </pc:spChg>
        <pc:spChg chg="mod">
          <ac:chgData name="Dhivya G" userId="2a2a5bd1ea46266e" providerId="LiveId" clId="{7165BEFC-6165-47FA-8757-D851393C1F71}" dt="2026-09-26T04:42:47.305" v="1965" actId="20577"/>
          <ac:spMkLst>
            <pc:docMk/>
            <pc:sldMk cId="0" sldId="265"/>
            <ac:spMk id="32" creationId="{00000000-0000-0000-0000-000000000000}"/>
          </ac:spMkLst>
        </pc:spChg>
        <pc:spChg chg="add mod">
          <ac:chgData name="Dhivya G" userId="2a2a5bd1ea46266e" providerId="LiveId" clId="{7165BEFC-6165-47FA-8757-D851393C1F71}" dt="2026-09-27T16:04:37.121" v="2841" actId="20577"/>
          <ac:spMkLst>
            <pc:docMk/>
            <pc:sldMk cId="0" sldId="265"/>
            <ac:spMk id="35" creationId="{61B0CD09-EB24-82C8-989D-7CD51CFF5F32}"/>
          </ac:spMkLst>
        </pc:spChg>
        <pc:spChg chg="add mod">
          <ac:chgData name="Dhivya G" userId="2a2a5bd1ea46266e" providerId="LiveId" clId="{7165BEFC-6165-47FA-8757-D851393C1F71}" dt="2026-09-27T16:07:55.661" v="2882" actId="20577"/>
          <ac:spMkLst>
            <pc:docMk/>
            <pc:sldMk cId="0" sldId="265"/>
            <ac:spMk id="37" creationId="{5D650ACC-4B3E-FCF3-A310-D64E061B05C4}"/>
          </ac:spMkLst>
        </pc:spChg>
        <pc:picChg chg="mod">
          <ac:chgData name="Dhivya G" userId="2a2a5bd1ea46266e" providerId="LiveId" clId="{7165BEFC-6165-47FA-8757-D851393C1F71}" dt="2026-09-27T15:47:46.631" v="2551" actId="1076"/>
          <ac:picMkLst>
            <pc:docMk/>
            <pc:sldMk cId="0" sldId="265"/>
            <ac:picMk id="2" creationId="{00000000-0000-0000-0000-000000000000}"/>
          </ac:picMkLst>
        </pc:picChg>
        <pc:picChg chg="add mod">
          <ac:chgData name="Dhivya G" userId="2a2a5bd1ea46266e" providerId="LiveId" clId="{7165BEFC-6165-47FA-8757-D851393C1F71}" dt="2026-09-27T15:49:28.542" v="2583" actId="14100"/>
          <ac:picMkLst>
            <pc:docMk/>
            <pc:sldMk cId="0" sldId="265"/>
            <ac:picMk id="6" creationId="{6CA4F221-6642-DE5A-16AC-B0F39BE0D6D6}"/>
          </ac:picMkLst>
        </pc:picChg>
      </pc:sldChg>
      <pc:sldChg chg="addSp delSp modSp mod">
        <pc:chgData name="Dhivya G" userId="2a2a5bd1ea46266e" providerId="LiveId" clId="{7165BEFC-6165-47FA-8757-D851393C1F71}" dt="2026-09-29T08:21:25.058" v="3822" actId="20577"/>
        <pc:sldMkLst>
          <pc:docMk/>
          <pc:sldMk cId="0" sldId="267"/>
        </pc:sldMkLst>
        <pc:spChg chg="mod">
          <ac:chgData name="Dhivya G" userId="2a2a5bd1ea46266e" providerId="LiveId" clId="{7165BEFC-6165-47FA-8757-D851393C1F71}" dt="2026-09-29T08:21:25.058" v="3822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9-29T08:20:23.411" v="3807" actId="2711"/>
          <ac:spMkLst>
            <pc:docMk/>
            <pc:sldMk cId="0" sldId="267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9-29T08:20:37.649" v="3809" actId="255"/>
          <ac:spMkLst>
            <pc:docMk/>
            <pc:sldMk cId="0" sldId="267"/>
            <ac:spMk id="8" creationId="{00000000-0000-0000-0000-000000000000}"/>
          </ac:spMkLst>
        </pc:spChg>
        <pc:spChg chg="mod">
          <ac:chgData name="Dhivya G" userId="2a2a5bd1ea46266e" providerId="LiveId" clId="{7165BEFC-6165-47FA-8757-D851393C1F71}" dt="2026-09-29T08:21:03.986" v="3813" actId="255"/>
          <ac:spMkLst>
            <pc:docMk/>
            <pc:sldMk cId="0" sldId="267"/>
            <ac:spMk id="10" creationId="{00000000-0000-0000-0000-000000000000}"/>
          </ac:spMkLst>
        </pc:spChg>
        <pc:spChg chg="add del mod">
          <ac:chgData name="Dhivya G" userId="2a2a5bd1ea46266e" providerId="LiveId" clId="{7165BEFC-6165-47FA-8757-D851393C1F71}" dt="2026-09-27T17:33:00.673" v="3756" actId="2057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Dhivya G" userId="2a2a5bd1ea46266e" providerId="LiveId" clId="{7165BEFC-6165-47FA-8757-D851393C1F71}" dt="2026-09-29T08:20:50.949" v="3811" actId="255"/>
          <ac:spMkLst>
            <pc:docMk/>
            <pc:sldMk cId="0" sldId="267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9-29T08:21:17.403" v="3815" actId="255"/>
          <ac:spMkLst>
            <pc:docMk/>
            <pc:sldMk cId="0" sldId="267"/>
            <ac:spMk id="15" creationId="{00000000-0000-0000-0000-000000000000}"/>
          </ac:spMkLst>
        </pc:spChg>
        <pc:picChg chg="mod">
          <ac:chgData name="Dhivya G" userId="2a2a5bd1ea46266e" providerId="LiveId" clId="{7165BEFC-6165-47FA-8757-D851393C1F71}" dt="2026-09-21T08:25:11.482" v="1609" actId="1076"/>
          <ac:picMkLst>
            <pc:docMk/>
            <pc:sldMk cId="0" sldId="267"/>
            <ac:picMk id="2" creationId="{00000000-0000-0000-0000-000000000000}"/>
          </ac:picMkLst>
        </pc:picChg>
        <pc:picChg chg="mod">
          <ac:chgData name="Dhivya G" userId="2a2a5bd1ea46266e" providerId="LiveId" clId="{7165BEFC-6165-47FA-8757-D851393C1F71}" dt="2026-09-21T08:24:41.228" v="1603" actId="1076"/>
          <ac:picMkLst>
            <pc:docMk/>
            <pc:sldMk cId="0" sldId="267"/>
            <ac:picMk id="12" creationId="{00000000-0000-0000-0000-000000000000}"/>
          </ac:picMkLst>
        </pc:picChg>
        <pc:picChg chg="mod">
          <ac:chgData name="Dhivya G" userId="2a2a5bd1ea46266e" providerId="LiveId" clId="{7165BEFC-6165-47FA-8757-D851393C1F71}" dt="2026-09-21T08:25:25.590" v="1610" actId="1076"/>
          <ac:picMkLst>
            <pc:docMk/>
            <pc:sldMk cId="0" sldId="267"/>
            <ac:picMk id="14" creationId="{00000000-0000-0000-0000-000000000000}"/>
          </ac:picMkLst>
        </pc:picChg>
      </pc:sldChg>
      <pc:sldChg chg="addSp delSp modSp new mod">
        <pc:chgData name="Dhivya G" userId="2a2a5bd1ea46266e" providerId="LiveId" clId="{7165BEFC-6165-47FA-8757-D851393C1F71}" dt="2026-09-29T08:18:13.370" v="3798" actId="14100"/>
        <pc:sldMkLst>
          <pc:docMk/>
          <pc:sldMk cId="3927215707" sldId="268"/>
        </pc:sldMkLst>
        <pc:spChg chg="add mod">
          <ac:chgData name="Dhivya G" userId="2a2a5bd1ea46266e" providerId="LiveId" clId="{7165BEFC-6165-47FA-8757-D851393C1F71}" dt="2026-09-27T15:40:42.030" v="2439" actId="2711"/>
          <ac:spMkLst>
            <pc:docMk/>
            <pc:sldMk cId="3927215707" sldId="268"/>
            <ac:spMk id="8" creationId="{36E6272D-1F60-2D7A-CBAC-FA3FF5F56750}"/>
          </ac:spMkLst>
        </pc:spChg>
        <pc:spChg chg="add mod">
          <ac:chgData name="Dhivya G" userId="2a2a5bd1ea46266e" providerId="LiveId" clId="{7165BEFC-6165-47FA-8757-D851393C1F71}" dt="2026-09-27T16:01:45.300" v="2800" actId="20577"/>
          <ac:spMkLst>
            <pc:docMk/>
            <pc:sldMk cId="3927215707" sldId="268"/>
            <ac:spMk id="9" creationId="{FA324AE2-0A80-FF40-5F3D-121E8C84EA15}"/>
          </ac:spMkLst>
        </pc:spChg>
        <pc:picChg chg="add mod">
          <ac:chgData name="Dhivya G" userId="2a2a5bd1ea46266e" providerId="LiveId" clId="{7165BEFC-6165-47FA-8757-D851393C1F71}" dt="2026-09-26T05:36:26.005" v="2137" actId="1076"/>
          <ac:picMkLst>
            <pc:docMk/>
            <pc:sldMk cId="3927215707" sldId="268"/>
            <ac:picMk id="3" creationId="{C547A42B-962E-AA65-6FA6-AD7044F36CE1}"/>
          </ac:picMkLst>
        </pc:picChg>
        <pc:picChg chg="add del mod">
          <ac:chgData name="Dhivya G" userId="2a2a5bd1ea46266e" providerId="LiveId" clId="{7165BEFC-6165-47FA-8757-D851393C1F71}" dt="2026-09-29T08:17:38.264" v="3794" actId="478"/>
          <ac:picMkLst>
            <pc:docMk/>
            <pc:sldMk cId="3927215707" sldId="268"/>
            <ac:picMk id="4" creationId="{EF8C91DA-F7EE-3EC4-BC06-A0E84E17DBC0}"/>
          </ac:picMkLst>
        </pc:picChg>
        <pc:picChg chg="add del mod">
          <ac:chgData name="Dhivya G" userId="2a2a5bd1ea46266e" providerId="LiveId" clId="{7165BEFC-6165-47FA-8757-D851393C1F71}" dt="2026-09-29T08:17:24.734" v="3792" actId="478"/>
          <ac:picMkLst>
            <pc:docMk/>
            <pc:sldMk cId="3927215707" sldId="268"/>
            <ac:picMk id="5" creationId="{16ACD675-C889-4B7C-CCC8-CE721C5F5A7E}"/>
          </ac:picMkLst>
        </pc:picChg>
        <pc:picChg chg="add mod">
          <ac:chgData name="Dhivya G" userId="2a2a5bd1ea46266e" providerId="LiveId" clId="{7165BEFC-6165-47FA-8757-D851393C1F71}" dt="2026-09-29T08:18:13.370" v="3798" actId="14100"/>
          <ac:picMkLst>
            <pc:docMk/>
            <pc:sldMk cId="3927215707" sldId="268"/>
            <ac:picMk id="7" creationId="{3DDE86D1-FA07-9DC4-DD26-BC905B3560A9}"/>
          </ac:picMkLst>
        </pc:picChg>
      </pc:sldChg>
      <pc:sldChg chg="addSp delSp modSp new mod">
        <pc:chgData name="Dhivya G" userId="2a2a5bd1ea46266e" providerId="LiveId" clId="{7165BEFC-6165-47FA-8757-D851393C1F71}" dt="2026-09-27T16:17:11.153" v="3001" actId="12"/>
        <pc:sldMkLst>
          <pc:docMk/>
          <pc:sldMk cId="803854222" sldId="269"/>
        </pc:sldMkLst>
        <pc:spChg chg="add mod">
          <ac:chgData name="Dhivya G" userId="2a2a5bd1ea46266e" providerId="LiveId" clId="{7165BEFC-6165-47FA-8757-D851393C1F71}" dt="2026-09-27T16:13:53.836" v="2984" actId="1076"/>
          <ac:spMkLst>
            <pc:docMk/>
            <pc:sldMk cId="803854222" sldId="269"/>
            <ac:spMk id="8" creationId="{7FB17B87-E015-92B3-033B-888ED6A943ED}"/>
          </ac:spMkLst>
        </pc:spChg>
        <pc:spChg chg="add mod">
          <ac:chgData name="Dhivya G" userId="2a2a5bd1ea46266e" providerId="LiveId" clId="{7165BEFC-6165-47FA-8757-D851393C1F71}" dt="2026-09-27T16:17:11.153" v="3001" actId="12"/>
          <ac:spMkLst>
            <pc:docMk/>
            <pc:sldMk cId="803854222" sldId="269"/>
            <ac:spMk id="11" creationId="{50506F4B-1B7F-76CE-1DB1-F0FB00FA1127}"/>
          </ac:spMkLst>
        </pc:spChg>
        <pc:picChg chg="add mod">
          <ac:chgData name="Dhivya G" userId="2a2a5bd1ea46266e" providerId="LiveId" clId="{7165BEFC-6165-47FA-8757-D851393C1F71}" dt="2026-09-27T16:12:58.316" v="2974" actId="1076"/>
          <ac:picMkLst>
            <pc:docMk/>
            <pc:sldMk cId="803854222" sldId="269"/>
            <ac:picMk id="4" creationId="{A50DF955-6EE4-06F4-7115-F2BD3725B868}"/>
          </ac:picMkLst>
        </pc:picChg>
        <pc:picChg chg="add mod">
          <ac:chgData name="Dhivya G" userId="2a2a5bd1ea46266e" providerId="LiveId" clId="{7165BEFC-6165-47FA-8757-D851393C1F71}" dt="2026-09-27T16:13:46.311" v="2983" actId="1076"/>
          <ac:picMkLst>
            <pc:docMk/>
            <pc:sldMk cId="803854222" sldId="269"/>
            <ac:picMk id="10" creationId="{1276FD43-D09A-33E6-870C-0C00DD0BA256}"/>
          </ac:picMkLst>
        </pc:picChg>
      </pc:sldChg>
      <pc:sldChg chg="addSp delSp modSp new mod">
        <pc:chgData name="Dhivya G" userId="2a2a5bd1ea46266e" providerId="LiveId" clId="{7165BEFC-6165-47FA-8757-D851393C1F71}" dt="2026-09-27T16:25:03.443" v="3079" actId="12"/>
        <pc:sldMkLst>
          <pc:docMk/>
          <pc:sldMk cId="738936488" sldId="270"/>
        </pc:sldMkLst>
        <pc:spChg chg="add mod">
          <ac:chgData name="Dhivya G" userId="2a2a5bd1ea46266e" providerId="LiveId" clId="{7165BEFC-6165-47FA-8757-D851393C1F71}" dt="2026-09-27T16:20:05.576" v="3056" actId="20577"/>
          <ac:spMkLst>
            <pc:docMk/>
            <pc:sldMk cId="738936488" sldId="270"/>
            <ac:spMk id="8" creationId="{899FF183-0352-592F-0D78-9DB853D1C0C2}"/>
          </ac:spMkLst>
        </pc:spChg>
        <pc:spChg chg="add mod">
          <ac:chgData name="Dhivya G" userId="2a2a5bd1ea46266e" providerId="LiveId" clId="{7165BEFC-6165-47FA-8757-D851393C1F71}" dt="2026-09-27T16:25:03.443" v="3079" actId="12"/>
          <ac:spMkLst>
            <pc:docMk/>
            <pc:sldMk cId="738936488" sldId="270"/>
            <ac:spMk id="11" creationId="{AA1BC133-E247-AC5F-1B57-AE9136D1A391}"/>
          </ac:spMkLst>
        </pc:spChg>
        <pc:picChg chg="add">
          <ac:chgData name="Dhivya G" userId="2a2a5bd1ea46266e" providerId="LiveId" clId="{7165BEFC-6165-47FA-8757-D851393C1F71}" dt="2026-09-27T16:17:32.588" v="3010" actId="22"/>
          <ac:picMkLst>
            <pc:docMk/>
            <pc:sldMk cId="738936488" sldId="270"/>
            <ac:picMk id="6" creationId="{47224BF7-9110-485C-85B9-6D7364194EC3}"/>
          </ac:picMkLst>
        </pc:picChg>
        <pc:picChg chg="add mod">
          <ac:chgData name="Dhivya G" userId="2a2a5bd1ea46266e" providerId="LiveId" clId="{7165BEFC-6165-47FA-8757-D851393C1F71}" dt="2026-09-27T16:20:46.961" v="3062" actId="14100"/>
          <ac:picMkLst>
            <pc:docMk/>
            <pc:sldMk cId="738936488" sldId="270"/>
            <ac:picMk id="10" creationId="{0C12F616-6860-6938-F5A8-82F1266D477F}"/>
          </ac:picMkLst>
        </pc:picChg>
      </pc:sldChg>
      <pc:sldChg chg="addSp delSp modSp new mod">
        <pc:chgData name="Dhivya G" userId="2a2a5bd1ea46266e" providerId="LiveId" clId="{7165BEFC-6165-47FA-8757-D851393C1F71}" dt="2026-09-27T16:32:59.760" v="3183" actId="1076"/>
        <pc:sldMkLst>
          <pc:docMk/>
          <pc:sldMk cId="1774409582" sldId="271"/>
        </pc:sldMkLst>
        <pc:spChg chg="add mod">
          <ac:chgData name="Dhivya G" userId="2a2a5bd1ea46266e" providerId="LiveId" clId="{7165BEFC-6165-47FA-8757-D851393C1F71}" dt="2026-09-27T16:28:43.982" v="3124" actId="1076"/>
          <ac:spMkLst>
            <pc:docMk/>
            <pc:sldMk cId="1774409582" sldId="271"/>
            <ac:spMk id="6" creationId="{A227CFFE-1E1E-5826-B454-7B58B8E001E3}"/>
          </ac:spMkLst>
        </pc:spChg>
        <pc:spChg chg="add mod">
          <ac:chgData name="Dhivya G" userId="2a2a5bd1ea46266e" providerId="LiveId" clId="{7165BEFC-6165-47FA-8757-D851393C1F71}" dt="2026-09-27T16:32:59.760" v="3183" actId="1076"/>
          <ac:spMkLst>
            <pc:docMk/>
            <pc:sldMk cId="1774409582" sldId="271"/>
            <ac:spMk id="9" creationId="{6808AC4E-F156-48D5-B33A-1CFD6A261422}"/>
          </ac:spMkLst>
        </pc:spChg>
        <pc:picChg chg="add">
          <ac:chgData name="Dhivya G" userId="2a2a5bd1ea46266e" providerId="LiveId" clId="{7165BEFC-6165-47FA-8757-D851393C1F71}" dt="2026-09-27T16:26:08.698" v="3081" actId="22"/>
          <ac:picMkLst>
            <pc:docMk/>
            <pc:sldMk cId="1774409582" sldId="271"/>
            <ac:picMk id="4" creationId="{C09575F9-1BD5-D2AD-FD5E-60E28DDC4650}"/>
          </ac:picMkLst>
        </pc:picChg>
        <pc:picChg chg="add mod">
          <ac:chgData name="Dhivya G" userId="2a2a5bd1ea46266e" providerId="LiveId" clId="{7165BEFC-6165-47FA-8757-D851393C1F71}" dt="2026-09-27T16:28:37.550" v="3123" actId="1076"/>
          <ac:picMkLst>
            <pc:docMk/>
            <pc:sldMk cId="1774409582" sldId="271"/>
            <ac:picMk id="8" creationId="{30AFD48C-A9C5-54C7-192D-D58310F1490F}"/>
          </ac:picMkLst>
        </pc:picChg>
      </pc:sldChg>
      <pc:sldChg chg="addSp delSp modSp new mod">
        <pc:chgData name="Dhivya G" userId="2a2a5bd1ea46266e" providerId="LiveId" clId="{7165BEFC-6165-47FA-8757-D851393C1F71}" dt="2026-09-27T16:37:37.184" v="3287" actId="1076"/>
        <pc:sldMkLst>
          <pc:docMk/>
          <pc:sldMk cId="2580182862" sldId="272"/>
        </pc:sldMkLst>
        <pc:spChg chg="add mod">
          <ac:chgData name="Dhivya G" userId="2a2a5bd1ea46266e" providerId="LiveId" clId="{7165BEFC-6165-47FA-8757-D851393C1F71}" dt="2026-09-27T16:35:14.685" v="3259" actId="1076"/>
          <ac:spMkLst>
            <pc:docMk/>
            <pc:sldMk cId="2580182862" sldId="272"/>
            <ac:spMk id="10" creationId="{FE7537F6-378D-6DF8-06E3-1E84A11039C4}"/>
          </ac:spMkLst>
        </pc:spChg>
        <pc:spChg chg="add mod">
          <ac:chgData name="Dhivya G" userId="2a2a5bd1ea46266e" providerId="LiveId" clId="{7165BEFC-6165-47FA-8757-D851393C1F71}" dt="2026-09-27T16:37:37.184" v="3287" actId="1076"/>
          <ac:spMkLst>
            <pc:docMk/>
            <pc:sldMk cId="2580182862" sldId="272"/>
            <ac:spMk id="13" creationId="{D30F01BD-43FB-612B-00C4-803CDFAD6E13}"/>
          </ac:spMkLst>
        </pc:spChg>
        <pc:picChg chg="add mod">
          <ac:chgData name="Dhivya G" userId="2a2a5bd1ea46266e" providerId="LiveId" clId="{7165BEFC-6165-47FA-8757-D851393C1F71}" dt="2026-09-27T16:37:32.670" v="3286" actId="1076"/>
          <ac:picMkLst>
            <pc:docMk/>
            <pc:sldMk cId="2580182862" sldId="272"/>
            <ac:picMk id="6" creationId="{CF033EF5-1B3F-322B-497F-FF44913A0C41}"/>
          </ac:picMkLst>
        </pc:picChg>
        <pc:picChg chg="add mod">
          <ac:chgData name="Dhivya G" userId="2a2a5bd1ea46266e" providerId="LiveId" clId="{7165BEFC-6165-47FA-8757-D851393C1F71}" dt="2026-09-27T16:35:22.588" v="3261" actId="14100"/>
          <ac:picMkLst>
            <pc:docMk/>
            <pc:sldMk cId="2580182862" sldId="272"/>
            <ac:picMk id="12" creationId="{6538C1AD-B3CB-4AC5-855C-71239682BC9B}"/>
          </ac:picMkLst>
        </pc:picChg>
      </pc:sldChg>
      <pc:sldChg chg="addSp delSp modSp new mod">
        <pc:chgData name="Dhivya G" userId="2a2a5bd1ea46266e" providerId="LiveId" clId="{7165BEFC-6165-47FA-8757-D851393C1F71}" dt="2026-09-29T04:22:52.340" v="3784" actId="20577"/>
        <pc:sldMkLst>
          <pc:docMk/>
          <pc:sldMk cId="1577269762" sldId="273"/>
        </pc:sldMkLst>
        <pc:spChg chg="add mod">
          <ac:chgData name="Dhivya G" userId="2a2a5bd1ea46266e" providerId="LiveId" clId="{7165BEFC-6165-47FA-8757-D851393C1F71}" dt="2026-09-29T04:22:52.340" v="3784" actId="20577"/>
          <ac:spMkLst>
            <pc:docMk/>
            <pc:sldMk cId="1577269762" sldId="273"/>
            <ac:spMk id="6" creationId="{FE6DE8E0-B2FD-8241-19FC-18E5B8E81CA4}"/>
          </ac:spMkLst>
        </pc:spChg>
        <pc:spChg chg="add mod">
          <ac:chgData name="Dhivya G" userId="2a2a5bd1ea46266e" providerId="LiveId" clId="{7165BEFC-6165-47FA-8757-D851393C1F71}" dt="2026-09-27T16:57:57.726" v="3296" actId="1076"/>
          <ac:spMkLst>
            <pc:docMk/>
            <pc:sldMk cId="1577269762" sldId="273"/>
            <ac:spMk id="8" creationId="{D71F9F80-5107-10E4-B1CF-69DD0ABC8290}"/>
          </ac:spMkLst>
        </pc:spChg>
        <pc:spChg chg="add mod">
          <ac:chgData name="Dhivya G" userId="2a2a5bd1ea46266e" providerId="LiveId" clId="{7165BEFC-6165-47FA-8757-D851393C1F71}" dt="2026-09-27T16:58:27.400" v="3304" actId="20577"/>
          <ac:spMkLst>
            <pc:docMk/>
            <pc:sldMk cId="1577269762" sldId="273"/>
            <ac:spMk id="10" creationId="{5C6BD554-4D2A-4855-B838-33B09F1DD7EB}"/>
          </ac:spMkLst>
        </pc:spChg>
        <pc:spChg chg="add mod">
          <ac:chgData name="Dhivya G" userId="2a2a5bd1ea46266e" providerId="LiveId" clId="{7165BEFC-6165-47FA-8757-D851393C1F71}" dt="2026-09-27T17:07:57.674" v="3400" actId="1076"/>
          <ac:spMkLst>
            <pc:docMk/>
            <pc:sldMk cId="1577269762" sldId="273"/>
            <ac:spMk id="16" creationId="{82E30B7B-BB82-FA74-4FA1-86D89B8DB5C6}"/>
          </ac:spMkLst>
        </pc:spChg>
        <pc:spChg chg="add mod">
          <ac:chgData name="Dhivya G" userId="2a2a5bd1ea46266e" providerId="LiveId" clId="{7165BEFC-6165-47FA-8757-D851393C1F71}" dt="2026-09-27T17:07:51.733" v="3399" actId="1076"/>
          <ac:spMkLst>
            <pc:docMk/>
            <pc:sldMk cId="1577269762" sldId="273"/>
            <ac:spMk id="18" creationId="{0A341905-DCAF-323F-26DF-32D34E0E147D}"/>
          </ac:spMkLst>
        </pc:spChg>
        <pc:picChg chg="add mod">
          <ac:chgData name="Dhivya G" userId="2a2a5bd1ea46266e" providerId="LiveId" clId="{7165BEFC-6165-47FA-8757-D851393C1F71}" dt="2026-09-27T17:07:04.712" v="3342" actId="1076"/>
          <ac:picMkLst>
            <pc:docMk/>
            <pc:sldMk cId="1577269762" sldId="273"/>
            <ac:picMk id="4" creationId="{352EBF08-F3FA-7C4A-1D91-E17F637DA48F}"/>
          </ac:picMkLst>
        </pc:picChg>
        <pc:picChg chg="add mod">
          <ac:chgData name="Dhivya G" userId="2a2a5bd1ea46266e" providerId="LiveId" clId="{7165BEFC-6165-47FA-8757-D851393C1F71}" dt="2026-09-27T17:08:03.143" v="3401" actId="14100"/>
          <ac:picMkLst>
            <pc:docMk/>
            <pc:sldMk cId="1577269762" sldId="273"/>
            <ac:picMk id="14" creationId="{8259F277-D8FC-0251-B529-C198A0548C1F}"/>
          </ac:picMkLst>
        </pc:picChg>
      </pc:sldChg>
      <pc:sldChg chg="addSp delSp modSp new mod">
        <pc:chgData name="Dhivya G" userId="2a2a5bd1ea46266e" providerId="LiveId" clId="{7165BEFC-6165-47FA-8757-D851393C1F71}" dt="2026-09-29T04:19:33.694" v="3758" actId="1076"/>
        <pc:sldMkLst>
          <pc:docMk/>
          <pc:sldMk cId="3157428652" sldId="274"/>
        </pc:sldMkLst>
        <pc:spChg chg="add mod">
          <ac:chgData name="Dhivya G" userId="2a2a5bd1ea46266e" providerId="LiveId" clId="{7165BEFC-6165-47FA-8757-D851393C1F71}" dt="2026-09-27T17:06:04.309" v="3333" actId="20577"/>
          <ac:spMkLst>
            <pc:docMk/>
            <pc:sldMk cId="3157428652" sldId="274"/>
            <ac:spMk id="5" creationId="{F464BEDE-D598-B4DD-6871-DB1D30371FE9}"/>
          </ac:spMkLst>
        </pc:spChg>
        <pc:spChg chg="add mod">
          <ac:chgData name="Dhivya G" userId="2a2a5bd1ea46266e" providerId="LiveId" clId="{7165BEFC-6165-47FA-8757-D851393C1F71}" dt="2026-09-29T04:19:33.694" v="3758" actId="1076"/>
          <ac:spMkLst>
            <pc:docMk/>
            <pc:sldMk cId="3157428652" sldId="274"/>
            <ac:spMk id="7" creationId="{2683668A-2716-18D7-E9CC-816DC90A23C4}"/>
          </ac:spMkLst>
        </pc:spChg>
        <pc:spChg chg="add mod">
          <ac:chgData name="Dhivya G" userId="2a2a5bd1ea46266e" providerId="LiveId" clId="{7165BEFC-6165-47FA-8757-D851393C1F71}" dt="2026-09-27T17:12:40.383" v="3476" actId="12"/>
          <ac:spMkLst>
            <pc:docMk/>
            <pc:sldMk cId="3157428652" sldId="274"/>
            <ac:spMk id="11" creationId="{70FDFA04-1EE5-C556-1289-8BDDCFCADEFF}"/>
          </ac:spMkLst>
        </pc:spChg>
        <pc:picChg chg="add">
          <ac:chgData name="Dhivya G" userId="2a2a5bd1ea46266e" providerId="LiveId" clId="{7165BEFC-6165-47FA-8757-D851393C1F71}" dt="2026-09-27T17:06:24.049" v="3335" actId="22"/>
          <ac:picMkLst>
            <pc:docMk/>
            <pc:sldMk cId="3157428652" sldId="274"/>
            <ac:picMk id="4" creationId="{8FC4A0AE-7815-25FB-6FF7-B1286AD905BD}"/>
          </ac:picMkLst>
        </pc:picChg>
        <pc:picChg chg="add mod">
          <ac:chgData name="Dhivya G" userId="2a2a5bd1ea46266e" providerId="LiveId" clId="{7165BEFC-6165-47FA-8757-D851393C1F71}" dt="2026-09-27T17:09:29.657" v="3449" actId="14100"/>
          <ac:picMkLst>
            <pc:docMk/>
            <pc:sldMk cId="3157428652" sldId="274"/>
            <ac:picMk id="9" creationId="{4872806F-1F0D-A5E2-9452-C15C30F15170}"/>
          </ac:picMkLst>
        </pc:picChg>
      </pc:sldChg>
      <pc:sldChg chg="addSp delSp modSp new mod">
        <pc:chgData name="Dhivya G" userId="2a2a5bd1ea46266e" providerId="LiveId" clId="{7165BEFC-6165-47FA-8757-D851393C1F71}" dt="2026-09-27T17:22:57.910" v="3587" actId="14100"/>
        <pc:sldMkLst>
          <pc:docMk/>
          <pc:sldMk cId="3027212581" sldId="275"/>
        </pc:sldMkLst>
        <pc:spChg chg="add mod">
          <ac:chgData name="Dhivya G" userId="2a2a5bd1ea46266e" providerId="LiveId" clId="{7165BEFC-6165-47FA-8757-D851393C1F71}" dt="2026-09-27T17:18:57.067" v="3547" actId="1076"/>
          <ac:spMkLst>
            <pc:docMk/>
            <pc:sldMk cId="3027212581" sldId="275"/>
            <ac:spMk id="6" creationId="{DFB4F566-F221-7EA9-9689-AE958B6B79A7}"/>
          </ac:spMkLst>
        </pc:spChg>
        <pc:spChg chg="add mod">
          <ac:chgData name="Dhivya G" userId="2a2a5bd1ea46266e" providerId="LiveId" clId="{7165BEFC-6165-47FA-8757-D851393C1F71}" dt="2026-09-27T17:22:45.177" v="3583" actId="12"/>
          <ac:spMkLst>
            <pc:docMk/>
            <pc:sldMk cId="3027212581" sldId="275"/>
            <ac:spMk id="9" creationId="{B966A23E-7DB8-2513-D6D2-7678E70260DC}"/>
          </ac:spMkLst>
        </pc:spChg>
        <pc:picChg chg="add">
          <ac:chgData name="Dhivya G" userId="2a2a5bd1ea46266e" providerId="LiveId" clId="{7165BEFC-6165-47FA-8757-D851393C1F71}" dt="2026-09-27T17:13:03.574" v="3483" actId="22"/>
          <ac:picMkLst>
            <pc:docMk/>
            <pc:sldMk cId="3027212581" sldId="275"/>
            <ac:picMk id="4" creationId="{F5FD6323-390D-A6AB-902F-ABFE1D14461C}"/>
          </ac:picMkLst>
        </pc:picChg>
        <pc:picChg chg="add mod">
          <ac:chgData name="Dhivya G" userId="2a2a5bd1ea46266e" providerId="LiveId" clId="{7165BEFC-6165-47FA-8757-D851393C1F71}" dt="2026-09-27T17:22:57.910" v="3587" actId="14100"/>
          <ac:picMkLst>
            <pc:docMk/>
            <pc:sldMk cId="3027212581" sldId="275"/>
            <ac:picMk id="8" creationId="{A81DF9CE-3453-00D9-5B06-594F6B85E9BF}"/>
          </ac:picMkLst>
        </pc:picChg>
      </pc:sldChg>
      <pc:sldChg chg="addSp delSp modSp new mod">
        <pc:chgData name="Dhivya G" userId="2a2a5bd1ea46266e" providerId="LiveId" clId="{7165BEFC-6165-47FA-8757-D851393C1F71}" dt="2026-09-29T08:19:14.857" v="3806" actId="14100"/>
        <pc:sldMkLst>
          <pc:docMk/>
          <pc:sldMk cId="3704627895" sldId="276"/>
        </pc:sldMkLst>
        <pc:spChg chg="add mod">
          <ac:chgData name="Dhivya G" userId="2a2a5bd1ea46266e" providerId="LiveId" clId="{7165BEFC-6165-47FA-8757-D851393C1F71}" dt="2026-09-27T17:25:11.491" v="3631" actId="1076"/>
          <ac:spMkLst>
            <pc:docMk/>
            <pc:sldMk cId="3704627895" sldId="276"/>
            <ac:spMk id="6" creationId="{DC92A646-805A-21D0-A133-50AC2C5A1D99}"/>
          </ac:spMkLst>
        </pc:spChg>
        <pc:spChg chg="add mod">
          <ac:chgData name="Dhivya G" userId="2a2a5bd1ea46266e" providerId="LiveId" clId="{7165BEFC-6165-47FA-8757-D851393C1F71}" dt="2026-09-27T17:28:20.741" v="3709" actId="113"/>
          <ac:spMkLst>
            <pc:docMk/>
            <pc:sldMk cId="3704627895" sldId="276"/>
            <ac:spMk id="13" creationId="{4E74D210-52E0-BD41-C686-D186E4E28EF8}"/>
          </ac:spMkLst>
        </pc:spChg>
        <pc:picChg chg="add del mod">
          <ac:chgData name="Dhivya G" userId="2a2a5bd1ea46266e" providerId="LiveId" clId="{7165BEFC-6165-47FA-8757-D851393C1F71}" dt="2026-09-29T08:18:52.355" v="3801" actId="478"/>
          <ac:picMkLst>
            <pc:docMk/>
            <pc:sldMk cId="3704627895" sldId="276"/>
            <ac:picMk id="3" creationId="{1BE6A759-1741-1BA6-5CCC-EA712E0C5665}"/>
          </ac:picMkLst>
        </pc:picChg>
        <pc:picChg chg="add">
          <ac:chgData name="Dhivya G" userId="2a2a5bd1ea46266e" providerId="LiveId" clId="{7165BEFC-6165-47FA-8757-D851393C1F71}" dt="2026-09-27T17:13:06.167" v="3484" actId="22"/>
          <ac:picMkLst>
            <pc:docMk/>
            <pc:sldMk cId="3704627895" sldId="276"/>
            <ac:picMk id="4" creationId="{5C611D5B-EE99-0458-7594-66DD497056E2}"/>
          </ac:picMkLst>
        </pc:picChg>
        <pc:picChg chg="add mod">
          <ac:chgData name="Dhivya G" userId="2a2a5bd1ea46266e" providerId="LiveId" clId="{7165BEFC-6165-47FA-8757-D851393C1F71}" dt="2026-09-29T08:19:14.857" v="3806" actId="14100"/>
          <ac:picMkLst>
            <pc:docMk/>
            <pc:sldMk cId="3704627895" sldId="276"/>
            <ac:picMk id="7" creationId="{8BE6E94C-7AE7-A9FC-41E0-E2E46B05FE7C}"/>
          </ac:picMkLst>
        </pc:picChg>
        <pc:picChg chg="add del mod">
          <ac:chgData name="Dhivya G" userId="2a2a5bd1ea46266e" providerId="LiveId" clId="{7165BEFC-6165-47FA-8757-D851393C1F71}" dt="2026-09-29T08:18:23.286" v="3799" actId="478"/>
          <ac:picMkLst>
            <pc:docMk/>
            <pc:sldMk cId="3704627895" sldId="276"/>
            <ac:picMk id="12" creationId="{51088CA4-E9AF-A7A3-7C32-D9B1BF4DAE9A}"/>
          </ac:picMkLst>
        </pc:picChg>
      </pc:sldChg>
      <pc:sldChg chg="addSp delSp modSp new mod">
        <pc:chgData name="Dhivya G" userId="2a2a5bd1ea46266e" providerId="LiveId" clId="{7165BEFC-6165-47FA-8757-D851393C1F71}" dt="2026-09-27T17:31:24.074" v="3742" actId="1076"/>
        <pc:sldMkLst>
          <pc:docMk/>
          <pc:sldMk cId="2389419104" sldId="277"/>
        </pc:sldMkLst>
        <pc:spChg chg="add mod">
          <ac:chgData name="Dhivya G" userId="2a2a5bd1ea46266e" providerId="LiveId" clId="{7165BEFC-6165-47FA-8757-D851393C1F71}" dt="2026-09-27T17:29:44.669" v="3719" actId="1076"/>
          <ac:spMkLst>
            <pc:docMk/>
            <pc:sldMk cId="2389419104" sldId="277"/>
            <ac:spMk id="6" creationId="{1271F9B4-99A5-2E52-EB2D-2FD0E4104F62}"/>
          </ac:spMkLst>
        </pc:spChg>
        <pc:spChg chg="add mod">
          <ac:chgData name="Dhivya G" userId="2a2a5bd1ea46266e" providerId="LiveId" clId="{7165BEFC-6165-47FA-8757-D851393C1F71}" dt="2026-09-27T17:31:24.074" v="3742" actId="1076"/>
          <ac:spMkLst>
            <pc:docMk/>
            <pc:sldMk cId="2389419104" sldId="277"/>
            <ac:spMk id="9" creationId="{259905CD-FBAB-80EA-8F2D-D2062024ABE7}"/>
          </ac:spMkLst>
        </pc:spChg>
        <pc:picChg chg="add">
          <ac:chgData name="Dhivya G" userId="2a2a5bd1ea46266e" providerId="LiveId" clId="{7165BEFC-6165-47FA-8757-D851393C1F71}" dt="2026-09-27T17:13:08.057" v="3485" actId="22"/>
          <ac:picMkLst>
            <pc:docMk/>
            <pc:sldMk cId="2389419104" sldId="277"/>
            <ac:picMk id="4" creationId="{17ACEAEC-1D3F-84DD-2A40-12E4ADFC8190}"/>
          </ac:picMkLst>
        </pc:picChg>
        <pc:picChg chg="add mod">
          <ac:chgData name="Dhivya G" userId="2a2a5bd1ea46266e" providerId="LiveId" clId="{7165BEFC-6165-47FA-8757-D851393C1F71}" dt="2026-09-27T17:29:21.878" v="3718" actId="14100"/>
          <ac:picMkLst>
            <pc:docMk/>
            <pc:sldMk cId="2389419104" sldId="277"/>
            <ac:picMk id="8" creationId="{B1841662-E81E-F330-3C8E-B9DCF92728EB}"/>
          </ac:picMkLst>
        </pc:picChg>
      </pc:sldChg>
      <pc:sldChg chg="addSp delSp modSp new mod">
        <pc:chgData name="Dhivya G" userId="2a2a5bd1ea46266e" providerId="LiveId" clId="{7165BEFC-6165-47FA-8757-D851393C1F71}" dt="2026-09-27T16:10:52.610" v="2905"/>
        <pc:sldMkLst>
          <pc:docMk/>
          <pc:sldMk cId="1004582730" sldId="279"/>
        </pc:sldMkLst>
        <pc:spChg chg="add mod">
          <ac:chgData name="Dhivya G" userId="2a2a5bd1ea46266e" providerId="LiveId" clId="{7165BEFC-6165-47FA-8757-D851393C1F71}" dt="2026-09-27T15:52:48.394" v="2616" actId="20577"/>
          <ac:spMkLst>
            <pc:docMk/>
            <pc:sldMk cId="1004582730" sldId="279"/>
            <ac:spMk id="3" creationId="{CF9161E4-6080-F741-494E-F4A9C0B14BDF}"/>
          </ac:spMkLst>
        </pc:spChg>
        <pc:spChg chg="add mod">
          <ac:chgData name="Dhivya G" userId="2a2a5bd1ea46266e" providerId="LiveId" clId="{7165BEFC-6165-47FA-8757-D851393C1F71}" dt="2026-09-27T15:52:02.425" v="2609" actId="1076"/>
          <ac:spMkLst>
            <pc:docMk/>
            <pc:sldMk cId="1004582730" sldId="279"/>
            <ac:spMk id="6" creationId="{F7E0E17D-5FCC-AD1C-984F-3A54BC86459B}"/>
          </ac:spMkLst>
        </pc:spChg>
        <pc:spChg chg="add mod">
          <ac:chgData name="Dhivya G" userId="2a2a5bd1ea46266e" providerId="LiveId" clId="{7165BEFC-6165-47FA-8757-D851393C1F71}" dt="2026-09-27T15:53:22.006" v="2639" actId="20577"/>
          <ac:spMkLst>
            <pc:docMk/>
            <pc:sldMk cId="1004582730" sldId="279"/>
            <ac:spMk id="11" creationId="{8A5E6FA2-A5FC-C328-0096-14092ED06F60}"/>
          </ac:spMkLst>
        </pc:spChg>
        <pc:spChg chg="add mod">
          <ac:chgData name="Dhivya G" userId="2a2a5bd1ea46266e" providerId="LiveId" clId="{7165BEFC-6165-47FA-8757-D851393C1F71}" dt="2026-09-27T15:55:40.598" v="2681" actId="20577"/>
          <ac:spMkLst>
            <pc:docMk/>
            <pc:sldMk cId="1004582730" sldId="279"/>
            <ac:spMk id="13" creationId="{0BF63103-0EE9-8A4D-063D-4888E788379D}"/>
          </ac:spMkLst>
        </pc:spChg>
        <pc:spChg chg="add mod">
          <ac:chgData name="Dhivya G" userId="2a2a5bd1ea46266e" providerId="LiveId" clId="{7165BEFC-6165-47FA-8757-D851393C1F71}" dt="2026-09-27T16:10:50.620" v="2903" actId="113"/>
          <ac:spMkLst>
            <pc:docMk/>
            <pc:sldMk cId="1004582730" sldId="279"/>
            <ac:spMk id="15" creationId="{04E3D2E5-8E64-5051-D6A5-12F4E3DA1A20}"/>
          </ac:spMkLst>
        </pc:spChg>
        <pc:picChg chg="add mod">
          <ac:chgData name="Dhivya G" userId="2a2a5bd1ea46266e" providerId="LiveId" clId="{7165BEFC-6165-47FA-8757-D851393C1F71}" dt="2026-09-26T05:26:43.315" v="2062" actId="1076"/>
          <ac:picMkLst>
            <pc:docMk/>
            <pc:sldMk cId="1004582730" sldId="279"/>
            <ac:picMk id="5" creationId="{9A7AAF1F-61D1-820E-8F27-756E13BE5B14}"/>
          </ac:picMkLst>
        </pc:picChg>
        <pc:picChg chg="add mod">
          <ac:chgData name="Dhivya G" userId="2a2a5bd1ea46266e" providerId="LiveId" clId="{7165BEFC-6165-47FA-8757-D851393C1F71}" dt="2026-09-27T16:09:52.782" v="2896" actId="14100"/>
          <ac:picMkLst>
            <pc:docMk/>
            <pc:sldMk cId="1004582730" sldId="279"/>
            <ac:picMk id="17" creationId="{14CC8098-49A2-E679-C4D9-599A99780E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908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tmp"/><Relationship Id="rId4" Type="http://schemas.openxmlformats.org/officeDocument/2006/relationships/image" Target="../media/image10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tmp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tmp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tmp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16923" y="-617190"/>
            <a:ext cx="3476625" cy="3086100"/>
          </a:xfrm>
          <a:prstGeom prst="roundRect">
            <a:avLst>
              <a:gd name="adj" fmla="val 50000"/>
            </a:avLst>
          </a:prstGeom>
          <a:ln w="14288">
            <a:solidFill>
              <a:srgbClr val="FFFF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1"/>
          <p:cNvSpPr/>
          <p:nvPr/>
        </p:nvSpPr>
        <p:spPr>
          <a:xfrm>
            <a:off x="6400800" y="616707"/>
            <a:ext cx="1828800" cy="1595437"/>
          </a:xfrm>
          <a:prstGeom prst="roundRect">
            <a:avLst>
              <a:gd name="adj" fmla="val 50000"/>
            </a:avLst>
          </a:prstGeom>
          <a:ln w="9525">
            <a:solidFill>
              <a:srgbClr val="0C948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639366" y="514499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777701" y="462855"/>
            <a:ext cx="306571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190" dirty="0">
                <a:solidFill>
                  <a:srgbClr val="B9C2C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 DATA ANALYTICS PROJECT</a:t>
            </a:r>
            <a:endParaRPr lang="en-US" sz="790" dirty="0"/>
          </a:p>
        </p:txBody>
      </p:sp>
      <p:sp>
        <p:nvSpPr>
          <p:cNvPr id="8" name="Text 4"/>
          <p:cNvSpPr/>
          <p:nvPr/>
        </p:nvSpPr>
        <p:spPr>
          <a:xfrm>
            <a:off x="640035" y="2078906"/>
            <a:ext cx="43335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endParaRPr lang="en-US" sz="1120" dirty="0"/>
          </a:p>
        </p:txBody>
      </p:sp>
      <p:sp>
        <p:nvSpPr>
          <p:cNvPr id="9" name="Text 5"/>
          <p:cNvSpPr/>
          <p:nvPr/>
        </p:nvSpPr>
        <p:spPr>
          <a:xfrm>
            <a:off x="640035" y="2339132"/>
            <a:ext cx="3644109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820" b="1" kern="0" spc="-210" dirty="0">
                <a:solidFill>
                  <a:srgbClr val="FFFF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Supply Chain</a:t>
            </a:r>
            <a:endParaRPr lang="en-US" sz="3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0035" y="2814042"/>
            <a:ext cx="6251496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820" b="1" kern="0" spc="-210" dirty="0">
                <a:solidFill>
                  <a:srgbClr val="FFFF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Performance </a:t>
            </a:r>
            <a:r>
              <a:rPr lang="en-IN" sz="3820" b="1" kern="0" spc="-210" dirty="0">
                <a:solidFill>
                  <a:srgbClr val="FFFF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&amp; Logistics </a:t>
            </a:r>
            <a:r>
              <a:rPr lang="en-US" sz="3820" b="1" kern="0" spc="-210">
                <a:solidFill>
                  <a:srgbClr val="FFFF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Analytics</a:t>
            </a:r>
            <a:endParaRPr lang="en-US" sz="3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0035" y="3525738"/>
            <a:ext cx="313826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377"/>
              </a:spcBef>
              <a:buNone/>
            </a:pP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640035" y="4128641"/>
            <a:ext cx="458807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36" dirty="0">
                <a:solidFill>
                  <a:srgbClr val="95A3AE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NAME</a:t>
            </a:r>
            <a:endParaRPr lang="en-US" sz="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40035" y="4318471"/>
            <a:ext cx="106564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Dhivya G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781547" y="4128641"/>
            <a:ext cx="102163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36" dirty="0">
                <a:solidFill>
                  <a:srgbClr val="95A3AE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TECHNOLOGY</a:t>
            </a:r>
            <a:endParaRPr lang="en-US" sz="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781547" y="4318471"/>
            <a:ext cx="757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Power BI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889200" y="4128641"/>
            <a:ext cx="1111887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36" dirty="0">
                <a:solidFill>
                  <a:srgbClr val="95A3AE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PROJECT</a:t>
            </a:r>
            <a:r>
              <a:rPr lang="en-US" sz="760" b="1" kern="0" spc="136" dirty="0">
                <a:solidFill>
                  <a:srgbClr val="95A3A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760" b="1" kern="0" spc="136" dirty="0">
                <a:solidFill>
                  <a:srgbClr val="95A3AE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TYPE</a:t>
            </a:r>
            <a:endParaRPr lang="en-US" sz="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889200" y="4318471"/>
            <a:ext cx="17838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Data Analytics Project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114556" y="4690914"/>
            <a:ext cx="5633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36" dirty="0">
                <a:solidFill>
                  <a:srgbClr val="95A3A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 / 12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4156" y="-617190"/>
            <a:ext cx="3290887" cy="2828925"/>
          </a:xfrm>
          <a:prstGeom prst="roundRect">
            <a:avLst>
              <a:gd name="adj" fmla="val 50000"/>
            </a:avLst>
          </a:prstGeom>
          <a:solidFill>
            <a:srgbClr val="E8F2F2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640035" y="410766"/>
            <a:ext cx="457200" cy="4762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114556" y="360015"/>
            <a:ext cx="5633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6" name="Text 3"/>
          <p:cNvSpPr/>
          <p:nvPr/>
        </p:nvSpPr>
        <p:spPr>
          <a:xfrm>
            <a:off x="640035" y="720030"/>
            <a:ext cx="121027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 / CONTEXT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40035" y="928167"/>
            <a:ext cx="2665601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880" b="1" kern="0" spc="-144" dirty="0">
                <a:solidFill>
                  <a:srgbClr val="11283A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Introduction</a:t>
            </a:r>
            <a:endParaRPr lang="en-US" sz="2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35" y="1495797"/>
            <a:ext cx="5201305" cy="428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60738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Supply chain performance depends on efficient movement of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60738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products, Sales, suppliers,</a:t>
            </a:r>
            <a:r>
              <a:rPr lang="en-IN" sz="1220" dirty="0">
                <a:solidFill>
                  <a:srgbClr val="60738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</a:t>
            </a:r>
            <a:r>
              <a:rPr lang="en-US" sz="1220" dirty="0">
                <a:solidFill>
                  <a:srgbClr val="60738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Customer and orders</a:t>
            </a:r>
            <a:r>
              <a:rPr lang="en-US" sz="1220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39589" y="2919152"/>
            <a:ext cx="2500313" cy="1504950"/>
          </a:xfrm>
          <a:prstGeom prst="rect">
            <a:avLst/>
          </a:prstGeom>
          <a:solidFill>
            <a:srgbClr val="FFFFFF"/>
          </a:solidFill>
          <a:ln w="4763">
            <a:solidFill>
              <a:srgbClr val="D8E2E7"/>
            </a:solidFill>
            <a:prstDash val="solid"/>
          </a:ln>
          <a:effectLst>
            <a:outerShdw blurRad="154305" dist="77152" dir="5400000" algn="bl" rotWithShape="0">
              <a:srgbClr val="1432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91183" y="3155752"/>
            <a:ext cx="23360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FFFFFF"/>
                </a:solidFill>
                <a:highlight>
                  <a:srgbClr val="14324A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970" dirty="0"/>
          </a:p>
        </p:txBody>
      </p:sp>
      <p:sp>
        <p:nvSpPr>
          <p:cNvPr id="11" name="Text 8"/>
          <p:cNvSpPr/>
          <p:nvPr/>
        </p:nvSpPr>
        <p:spPr>
          <a:xfrm>
            <a:off x="1163613" y="3163342"/>
            <a:ext cx="75434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95" dirty="0">
                <a:solidFill>
                  <a:srgbClr val="14324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THE </a:t>
            </a:r>
            <a:r>
              <a:rPr lang="en-US" sz="1200" b="1" kern="0" spc="95" dirty="0">
                <a:solidFill>
                  <a:srgbClr val="14324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NEED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45939" y="3471375"/>
            <a:ext cx="2375289" cy="568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1"/>
              </a:lnSpc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This project uses Power BI to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451"/>
              </a:lnSpc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convert supply chain data into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451"/>
              </a:lnSpc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meaningful business insights</a:t>
            </a:r>
            <a:r>
              <a:rPr lang="en-US" sz="1120" dirty="0">
                <a:solidFill>
                  <a:srgbClr val="1128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3321844" y="2919152"/>
            <a:ext cx="2500313" cy="1504950"/>
          </a:xfrm>
          <a:prstGeom prst="rect">
            <a:avLst/>
          </a:prstGeom>
          <a:solidFill>
            <a:srgbClr val="FFFFFF"/>
          </a:solidFill>
          <a:ln w="4763">
            <a:solidFill>
              <a:srgbClr val="D8E2E7"/>
            </a:solidFill>
            <a:prstDash val="solid"/>
          </a:ln>
          <a:effectLst>
            <a:outerShdw blurRad="154305" dist="77152" dir="5400000" algn="bl" rotWithShape="0">
              <a:srgbClr val="1432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564657" y="3155752"/>
            <a:ext cx="25643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FFFFFF"/>
                </a:solidFill>
                <a:highlight>
                  <a:srgbClr val="0D9488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970" dirty="0"/>
          </a:p>
        </p:txBody>
      </p:sp>
      <p:sp>
        <p:nvSpPr>
          <p:cNvPr id="15" name="Text 12"/>
          <p:cNvSpPr/>
          <p:nvPr/>
        </p:nvSpPr>
        <p:spPr>
          <a:xfrm>
            <a:off x="3845868" y="3163342"/>
            <a:ext cx="75666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95" dirty="0">
                <a:solidFill>
                  <a:srgbClr val="14324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THE </a:t>
            </a:r>
            <a:r>
              <a:rPr lang="en-US" sz="1200" b="1" kern="0" spc="95" dirty="0">
                <a:solidFill>
                  <a:srgbClr val="14324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TOOL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528194" y="3471375"/>
            <a:ext cx="2589661" cy="75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1"/>
              </a:lnSpc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The dashboard helps understand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451"/>
              </a:lnSpc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operational performance and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451"/>
              </a:lnSpc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identify areas that require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451"/>
              </a:lnSpc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attention</a:t>
            </a:r>
            <a:r>
              <a:rPr lang="en-US" sz="1200" dirty="0">
                <a:solidFill>
                  <a:srgbClr val="1128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04099" y="2919152"/>
            <a:ext cx="2793060" cy="1504950"/>
          </a:xfrm>
          <a:prstGeom prst="rect">
            <a:avLst/>
          </a:prstGeom>
          <a:solidFill>
            <a:srgbClr val="14324A"/>
          </a:solidFill>
          <a:ln w="4763">
            <a:solidFill>
              <a:srgbClr val="142F4A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46093" y="3155752"/>
            <a:ext cx="25865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4324A"/>
                </a:solidFill>
                <a:highlight>
                  <a:srgbClr val="E7A23B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970" dirty="0"/>
          </a:p>
        </p:txBody>
      </p:sp>
      <p:sp>
        <p:nvSpPr>
          <p:cNvPr id="19" name="Text 16"/>
          <p:cNvSpPr/>
          <p:nvPr/>
        </p:nvSpPr>
        <p:spPr>
          <a:xfrm>
            <a:off x="6528122" y="3163342"/>
            <a:ext cx="1065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95" dirty="0">
                <a:solidFill>
                  <a:srgbClr val="B9C2C9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THE </a:t>
            </a:r>
            <a:r>
              <a:rPr lang="en-US" sz="1200" b="1" kern="0" spc="95" dirty="0">
                <a:solidFill>
                  <a:srgbClr val="B9C2C9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OUTCOME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210449" y="3471375"/>
            <a:ext cx="2467488" cy="568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>
              <a:lnSpc>
                <a:spcPts val="1451"/>
              </a:lnSpc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A clearer view of the supply chain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ts val="1451"/>
              </a:lnSpc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through one interactive analytics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ts val="1451"/>
              </a:lnSpc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experience</a:t>
            </a:r>
            <a:r>
              <a:rPr lang="en-US" sz="1120" dirty="0">
                <a:solidFill>
                  <a:srgbClr val="FFFFF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.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35" y="410766"/>
            <a:ext cx="457200" cy="47625"/>
          </a:xfrm>
          <a:prstGeom prst="rect">
            <a:avLst/>
          </a:prstGeom>
          <a:solidFill>
            <a:srgbClr val="E7A2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114556" y="360015"/>
            <a:ext cx="5633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640035" y="720030"/>
            <a:ext cx="176380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 / BUSINESS CASE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640035" y="928167"/>
            <a:ext cx="4070628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880" b="1" kern="0" spc="-144" dirty="0">
                <a:solidFill>
                  <a:srgbClr val="11283A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Problem Statement</a:t>
            </a:r>
            <a:endParaRPr lang="en-US" sz="2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39105" y="2668525"/>
            <a:ext cx="3705225" cy="18573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0035" y="2810991"/>
            <a:ext cx="220454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0537" y="2824133"/>
            <a:ext cx="39276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90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	01</a:t>
            </a:r>
            <a:r>
              <a:rPr lang="en-IN" sz="1190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Sales &amp; Product Performance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81360" y="3254573"/>
            <a:ext cx="11120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90" dirty="0"/>
          </a:p>
        </p:txBody>
      </p:sp>
      <p:sp>
        <p:nvSpPr>
          <p:cNvPr id="11" name="Text 8"/>
          <p:cNvSpPr/>
          <p:nvPr/>
        </p:nvSpPr>
        <p:spPr>
          <a:xfrm>
            <a:off x="1578328" y="3138812"/>
            <a:ext cx="38305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02</a:t>
            </a:r>
            <a:r>
              <a:rPr lang="en-IN" sz="1190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Shipping &amp; Delivery Performance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78328" y="3443626"/>
            <a:ext cx="387666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03</a:t>
            </a:r>
            <a:r>
              <a:rPr lang="en-IN" sz="1190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Customer &amp; Regional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1360" y="3958456"/>
            <a:ext cx="11120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90" dirty="0"/>
          </a:p>
        </p:txBody>
      </p:sp>
      <p:sp>
        <p:nvSpPr>
          <p:cNvPr id="14" name="Shape 11"/>
          <p:cNvSpPr/>
          <p:nvPr/>
        </p:nvSpPr>
        <p:spPr>
          <a:xfrm>
            <a:off x="4799670" y="2668525"/>
            <a:ext cx="3705225" cy="18573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564980" y="2291261"/>
            <a:ext cx="4758474" cy="494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kern="0" spc="144" dirty="0">
                <a:solidFill>
                  <a:srgbClr val="14324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dashboard addresses 15 key business questions across three areas: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00600" y="3076501"/>
            <a:ext cx="44364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90" dirty="0"/>
          </a:p>
        </p:txBody>
      </p:sp>
      <p:sp>
        <p:nvSpPr>
          <p:cNvPr id="17" name="Text 14"/>
          <p:cNvSpPr/>
          <p:nvPr/>
        </p:nvSpPr>
        <p:spPr>
          <a:xfrm>
            <a:off x="4800600" y="3339405"/>
            <a:ext cx="45009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90" dirty="0"/>
          </a:p>
        </p:txBody>
      </p:sp>
      <p:sp>
        <p:nvSpPr>
          <p:cNvPr id="19" name="Text 16"/>
          <p:cNvSpPr/>
          <p:nvPr/>
        </p:nvSpPr>
        <p:spPr>
          <a:xfrm>
            <a:off x="4960739" y="4068991"/>
            <a:ext cx="3100149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105" y="2173708"/>
            <a:ext cx="7623535" cy="18573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7DE2857-E179-4B42-63C0-8508DBD662AD}"/>
              </a:ext>
            </a:extLst>
          </p:cNvPr>
          <p:cNvSpPr txBox="1"/>
          <p:nvPr/>
        </p:nvSpPr>
        <p:spPr>
          <a:xfrm flipH="1">
            <a:off x="1240221" y="1537357"/>
            <a:ext cx="7168054" cy="45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data contains information about sales, products, shipping, customers, and regions.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factors manually can make it difficult to identify important trends and performance issues.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32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302523" y="-924855"/>
            <a:ext cx="4391025" cy="34956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755914" y="3292785"/>
            <a:ext cx="3838575" cy="2981325"/>
          </a:xfrm>
          <a:prstGeom prst="roundRect">
            <a:avLst>
              <a:gd name="adj" fmla="val 50000"/>
            </a:avLst>
          </a:prstGeom>
          <a:ln w="9525">
            <a:solidFill>
              <a:srgbClr val="0D958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35" y="410766"/>
            <a:ext cx="457200" cy="47625"/>
          </a:xfrm>
          <a:prstGeom prst="rect">
            <a:avLst/>
          </a:prstGeom>
          <a:solidFill>
            <a:srgbClr val="E7A2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14556" y="360015"/>
            <a:ext cx="5633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640035" y="720030"/>
            <a:ext cx="137046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 / DIRECTION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640035" y="928167"/>
            <a:ext cx="7447858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880" b="1" kern="0" spc="-144" dirty="0">
                <a:solidFill>
                  <a:srgbClr val="FFFF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Business Requirements / Objectives</a:t>
            </a:r>
            <a:endParaRPr lang="en-US" sz="2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9180" y="2287582"/>
            <a:ext cx="1871663" cy="1076325"/>
          </a:xfrm>
          <a:prstGeom prst="rect">
            <a:avLst/>
          </a:prstGeom>
          <a:solidFill>
            <a:srgbClr val="FFFFFF">
              <a:alpha val="7059"/>
            </a:srgbClr>
          </a:solidFill>
          <a:ln w="4763">
            <a:solidFill>
              <a:srgbClr val="FFFFFF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95635" y="2477839"/>
            <a:ext cx="41014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40" b="1" dirty="0">
                <a:solidFill>
                  <a:srgbClr val="E7A23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01</a:t>
            </a:r>
            <a:endParaRPr lang="en-US" sz="1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2811" y="2750269"/>
            <a:ext cx="1645183" cy="5425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100" dirty="0">
                <a:solidFill>
                  <a:srgbClr val="DEE2E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Analyze overall supply chain</a:t>
            </a:r>
          </a:p>
          <a:p>
            <a:pPr marL="0" indent="0" algn="l">
              <a:spcBef>
                <a:spcPts val="810"/>
              </a:spcBef>
              <a:buNone/>
            </a:pPr>
            <a:r>
              <a:rPr lang="en-US" sz="1100" dirty="0">
                <a:solidFill>
                  <a:srgbClr val="DEE2E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Performance.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5635" y="3053804"/>
            <a:ext cx="92005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2637160" y="2298092"/>
            <a:ext cx="1871663" cy="1076325"/>
          </a:xfrm>
          <a:prstGeom prst="rect">
            <a:avLst/>
          </a:prstGeom>
          <a:solidFill>
            <a:srgbClr val="FFFFFF">
              <a:alpha val="7059"/>
            </a:srgbClr>
          </a:solidFill>
          <a:ln w="4763">
            <a:solidFill>
              <a:srgbClr val="FFFFFF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2793578" y="2477839"/>
            <a:ext cx="45571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40" b="1" dirty="0">
                <a:solidFill>
                  <a:srgbClr val="E7A2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940" dirty="0"/>
          </a:p>
        </p:txBody>
      </p:sp>
      <p:sp>
        <p:nvSpPr>
          <p:cNvPr id="15" name="Text 13"/>
          <p:cNvSpPr/>
          <p:nvPr/>
        </p:nvSpPr>
        <p:spPr>
          <a:xfrm>
            <a:off x="2797433" y="2822553"/>
            <a:ext cx="1679377" cy="433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810"/>
              </a:spcBef>
            </a:pPr>
            <a:r>
              <a:rPr lang="en-US" sz="1100" dirty="0">
                <a:solidFill>
                  <a:srgbClr val="DEE2E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Identify high-performing</a:t>
            </a:r>
          </a:p>
          <a:p>
            <a:pPr>
              <a:spcBef>
                <a:spcPts val="810"/>
              </a:spcBef>
            </a:pPr>
            <a:r>
              <a:rPr lang="en-US" sz="1100" dirty="0">
                <a:solidFill>
                  <a:srgbClr val="DEE2E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product categories.</a:t>
            </a:r>
          </a:p>
        </p:txBody>
      </p:sp>
      <p:sp>
        <p:nvSpPr>
          <p:cNvPr id="16" name="Text 14"/>
          <p:cNvSpPr/>
          <p:nvPr/>
        </p:nvSpPr>
        <p:spPr>
          <a:xfrm>
            <a:off x="2793578" y="3053804"/>
            <a:ext cx="92005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635140" y="2298092"/>
            <a:ext cx="1871663" cy="1076325"/>
          </a:xfrm>
          <a:prstGeom prst="rect">
            <a:avLst/>
          </a:prstGeom>
          <a:solidFill>
            <a:srgbClr val="FFFFFF">
              <a:alpha val="7059"/>
            </a:srgbClr>
          </a:solidFill>
          <a:ln w="4763">
            <a:solidFill>
              <a:srgbClr val="FFFFFF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91596" y="2477839"/>
            <a:ext cx="46025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40" b="1" dirty="0">
                <a:solidFill>
                  <a:srgbClr val="E7A23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03</a:t>
            </a:r>
            <a:endParaRPr lang="en-US" sz="1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23044" y="3021924"/>
            <a:ext cx="1683759" cy="35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810"/>
              </a:spcBef>
            </a:pPr>
            <a:r>
              <a:rPr lang="en-US" sz="1100" dirty="0">
                <a:solidFill>
                  <a:srgbClr val="DEE2E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Evaluate shipping and </a:t>
            </a:r>
          </a:p>
          <a:p>
            <a:pPr>
              <a:spcBef>
                <a:spcPts val="810"/>
              </a:spcBef>
            </a:pPr>
            <a:r>
              <a:rPr lang="en-US" sz="1100" dirty="0">
                <a:solidFill>
                  <a:srgbClr val="DEE2E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Delivery performance.</a:t>
            </a:r>
          </a:p>
          <a:p>
            <a:pPr>
              <a:spcBef>
                <a:spcPts val="810"/>
              </a:spcBef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91596" y="3053804"/>
            <a:ext cx="78481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633121" y="2298092"/>
            <a:ext cx="1871663" cy="1076325"/>
          </a:xfrm>
          <a:prstGeom prst="rect">
            <a:avLst/>
          </a:prstGeom>
          <a:solidFill>
            <a:srgbClr val="FFFFFF">
              <a:alpha val="7059"/>
            </a:srgbClr>
          </a:solidFill>
          <a:ln w="4763">
            <a:solidFill>
              <a:srgbClr val="FFFFFF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89539" y="2477839"/>
            <a:ext cx="46925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40" b="1" dirty="0">
                <a:solidFill>
                  <a:srgbClr val="E7A23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04</a:t>
            </a:r>
            <a:endParaRPr lang="en-US" sz="1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89540" y="2960514"/>
            <a:ext cx="1571650" cy="4378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810"/>
              </a:spcBef>
            </a:pPr>
            <a:r>
              <a:rPr lang="en-US" sz="1100" dirty="0">
                <a:solidFill>
                  <a:srgbClr val="DEE2E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Identify late delivery </a:t>
            </a:r>
          </a:p>
          <a:p>
            <a:pPr>
              <a:spcBef>
                <a:spcPts val="810"/>
              </a:spcBef>
            </a:pPr>
            <a:r>
              <a:rPr lang="en-US" sz="1100" dirty="0">
                <a:solidFill>
                  <a:srgbClr val="DEE2E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Trends and risk areas.</a:t>
            </a:r>
          </a:p>
          <a:p>
            <a:pPr>
              <a:spcBef>
                <a:spcPts val="810"/>
              </a:spcBef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9180" y="3501740"/>
            <a:ext cx="1871663" cy="1076325"/>
          </a:xfrm>
          <a:prstGeom prst="rect">
            <a:avLst/>
          </a:prstGeom>
          <a:solidFill>
            <a:srgbClr val="FFFFFF">
              <a:alpha val="7059"/>
            </a:srgbClr>
          </a:solidFill>
          <a:ln w="4763">
            <a:solidFill>
              <a:srgbClr val="FFFFFF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95635" y="3681487"/>
            <a:ext cx="45764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40" b="1" dirty="0">
                <a:solidFill>
                  <a:srgbClr val="0D9488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05</a:t>
            </a:r>
            <a:endParaRPr lang="en-US" sz="1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8649" y="4111822"/>
            <a:ext cx="1250030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810"/>
              </a:spcBef>
            </a:pPr>
            <a:r>
              <a:rPr lang="en-US" sz="1100" dirty="0">
                <a:solidFill>
                  <a:srgbClr val="DEE2E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Analyze customer</a:t>
            </a:r>
          </a:p>
          <a:p>
            <a:pPr>
              <a:spcBef>
                <a:spcPts val="810"/>
              </a:spcBef>
            </a:pPr>
            <a:r>
              <a:rPr lang="en-US" sz="1100" dirty="0">
                <a:solidFill>
                  <a:srgbClr val="DEE2E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purchasing behavior.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5635" y="4257452"/>
            <a:ext cx="92005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2637160" y="3501740"/>
            <a:ext cx="1871663" cy="1076325"/>
          </a:xfrm>
          <a:prstGeom prst="rect">
            <a:avLst/>
          </a:prstGeom>
          <a:solidFill>
            <a:srgbClr val="FFFFFF">
              <a:alpha val="7059"/>
            </a:srgbClr>
          </a:solidFill>
          <a:ln w="4763">
            <a:solidFill>
              <a:srgbClr val="FFFFFF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93578" y="3681487"/>
            <a:ext cx="46345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4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940" dirty="0"/>
          </a:p>
        </p:txBody>
      </p:sp>
      <p:sp>
        <p:nvSpPr>
          <p:cNvPr id="30" name="Text 28"/>
          <p:cNvSpPr/>
          <p:nvPr/>
        </p:nvSpPr>
        <p:spPr>
          <a:xfrm>
            <a:off x="2790352" y="4238446"/>
            <a:ext cx="198340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810"/>
              </a:spcBef>
            </a:pPr>
            <a:r>
              <a:rPr lang="en-US" sz="1100" dirty="0">
                <a:solidFill>
                  <a:srgbClr val="DEE2E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Compare regional and </a:t>
            </a:r>
          </a:p>
          <a:p>
            <a:pPr>
              <a:spcBef>
                <a:spcPts val="810"/>
              </a:spcBef>
            </a:pPr>
            <a:r>
              <a:rPr lang="en-US" sz="1100" dirty="0">
                <a:solidFill>
                  <a:srgbClr val="DEE2E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country-wise performance.</a:t>
            </a:r>
            <a:endParaRPr lang="en-IN" sz="1100" dirty="0">
              <a:solidFill>
                <a:srgbClr val="DEE2E6"/>
              </a:solidFill>
              <a:latin typeface="Times New Roman" panose="02020603050405020304" pitchFamily="18" charset="0"/>
              <a:ea typeface="Source Sans 3" pitchFamily="34" charset="-122"/>
              <a:cs typeface="Times New Roman" panose="02020603050405020304" pitchFamily="18" charset="0"/>
            </a:endParaRPr>
          </a:p>
          <a:p>
            <a:pPr>
              <a:spcBef>
                <a:spcPts val="810"/>
              </a:spcBef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793578" y="4257452"/>
            <a:ext cx="41750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4636405" y="3501740"/>
            <a:ext cx="3867150" cy="1076325"/>
          </a:xfrm>
          <a:prstGeom prst="rect">
            <a:avLst/>
          </a:prstGeom>
          <a:solidFill>
            <a:srgbClr val="0D9486">
              <a:alpha val="14902"/>
            </a:srgbClr>
          </a:solidFill>
          <a:ln w="4763">
            <a:solidFill>
              <a:srgbClr val="0E938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91596" y="3681487"/>
            <a:ext cx="43646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4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940" dirty="0"/>
          </a:p>
        </p:txBody>
      </p:sp>
      <p:sp>
        <p:nvSpPr>
          <p:cNvPr id="34" name="Text 32"/>
          <p:cNvSpPr/>
          <p:nvPr/>
        </p:nvSpPr>
        <p:spPr>
          <a:xfrm>
            <a:off x="4791596" y="4111823"/>
            <a:ext cx="253984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810"/>
              </a:spcBef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Develop an interactive Power BI dashboard for </a:t>
            </a:r>
          </a:p>
          <a:p>
            <a:pPr>
              <a:spcBef>
                <a:spcPts val="810"/>
              </a:spcBef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better decision-making.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35" y="410766"/>
            <a:ext cx="457200" cy="4762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114556" y="360015"/>
            <a:ext cx="5633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640035" y="720030"/>
            <a:ext cx="156056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 / TECHNOLOGY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640035" y="928167"/>
            <a:ext cx="3646043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880" b="1" kern="0" spc="-144" dirty="0">
                <a:solidFill>
                  <a:srgbClr val="11283A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Technology Used</a:t>
            </a:r>
            <a:endParaRPr lang="en-US" sz="2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482" y="2461245"/>
            <a:ext cx="2833687" cy="1962150"/>
          </a:xfrm>
          <a:prstGeom prst="rect">
            <a:avLst/>
          </a:prstGeom>
          <a:solidFill>
            <a:srgbClr val="1432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96020" y="2717155"/>
            <a:ext cx="16096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158" dirty="0">
                <a:solidFill>
                  <a:srgbClr val="0D948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PRIMARY PLATFORM</a:t>
            </a:r>
            <a:endParaRPr lang="en-US" sz="7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96020" y="3060427"/>
            <a:ext cx="1796891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2880" b="1" kern="0" spc="-173" dirty="0">
                <a:solidFill>
                  <a:srgbClr val="FFFF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Power BI</a:t>
            </a:r>
            <a:endParaRPr lang="en-US" sz="2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96466" y="4036814"/>
            <a:ext cx="76200" cy="76200"/>
          </a:xfrm>
          <a:prstGeom prst="ellipse">
            <a:avLst/>
          </a:prstGeom>
          <a:solidFill>
            <a:srgbClr val="E7A2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64493" y="3982343"/>
            <a:ext cx="277356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C4CCD2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Interactive analytics and visual reporting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56595" y="2461245"/>
            <a:ext cx="4848225" cy="1962150"/>
          </a:xfrm>
          <a:prstGeom prst="rect">
            <a:avLst/>
          </a:prstGeom>
          <a:solidFill>
            <a:srgbClr val="FFFFFF"/>
          </a:solidFill>
          <a:ln w="4763">
            <a:solidFill>
              <a:srgbClr val="D8E2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3899892" y="2703612"/>
            <a:ext cx="12154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30" dirty="0">
                <a:solidFill>
                  <a:srgbClr val="14324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POWER QUERY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720773" y="2713510"/>
            <a:ext cx="19664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38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Data cleaning and transformation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99892" y="3141166"/>
            <a:ext cx="1064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30" dirty="0">
                <a:solidFill>
                  <a:srgbClr val="14324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DATA MODEL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80178" y="3149650"/>
            <a:ext cx="14246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38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Connecting related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899892" y="3578721"/>
            <a:ext cx="372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30" dirty="0">
                <a:solidFill>
                  <a:srgbClr val="14324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DAX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259776" y="3578721"/>
            <a:ext cx="12437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38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Calculated measures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899892" y="4016276"/>
            <a:ext cx="113868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30" dirty="0">
                <a:solidFill>
                  <a:srgbClr val="14324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DASHBOARDS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044414" y="4026808"/>
            <a:ext cx="146682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386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Interactive visualizations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9483" y="2703984"/>
            <a:ext cx="4362450" cy="271463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9483" y="3037731"/>
            <a:ext cx="4362450" cy="376238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9483" y="3475286"/>
            <a:ext cx="4362450" cy="3762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35" y="410766"/>
            <a:ext cx="457200" cy="47625"/>
          </a:xfrm>
          <a:prstGeom prst="rect">
            <a:avLst/>
          </a:prstGeom>
          <a:solidFill>
            <a:srgbClr val="E7A2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114556" y="360015"/>
            <a:ext cx="5633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640035" y="720030"/>
            <a:ext cx="114816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 / METHOD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640035" y="928167"/>
            <a:ext cx="355046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880" b="1" kern="0" spc="-144" dirty="0">
                <a:solidFill>
                  <a:srgbClr val="1128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Preparation</a:t>
            </a:r>
            <a:endParaRPr lang="en-US" sz="2880" dirty="0"/>
          </a:p>
        </p:txBody>
      </p:sp>
      <p:sp>
        <p:nvSpPr>
          <p:cNvPr id="7" name="Shape 4"/>
          <p:cNvSpPr/>
          <p:nvPr/>
        </p:nvSpPr>
        <p:spPr>
          <a:xfrm>
            <a:off x="1371600" y="2843957"/>
            <a:ext cx="6400800" cy="14288"/>
          </a:xfrm>
          <a:prstGeom prst="rect">
            <a:avLst/>
          </a:prstGeom>
          <a:solidFill>
            <a:srgbClr val="D8E2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0035" y="4214292"/>
            <a:ext cx="742938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35"/>
              </a:spcBef>
              <a:buNone/>
            </a:pPr>
            <a:r>
              <a:rPr lang="en-US" sz="830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Removed unnecessary columns/data · Changed data types where required · Created calculated columns/measures where required</a:t>
            </a:r>
            <a:endParaRPr lang="en-US" sz="83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556" y="4096085"/>
            <a:ext cx="7862887" cy="27622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59135" y="2578001"/>
            <a:ext cx="533400" cy="533400"/>
          </a:xfrm>
          <a:prstGeom prst="ellipse">
            <a:avLst/>
          </a:prstGeom>
          <a:solidFill>
            <a:srgbClr val="F4F7F8"/>
          </a:solidFill>
          <a:ln w="14288">
            <a:solidFill>
              <a:srgbClr val="14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1153411" y="2712913"/>
            <a:ext cx="3448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1432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580" dirty="0"/>
          </a:p>
        </p:txBody>
      </p:sp>
      <p:sp>
        <p:nvSpPr>
          <p:cNvPr id="12" name="Text 8"/>
          <p:cNvSpPr/>
          <p:nvPr/>
        </p:nvSpPr>
        <p:spPr>
          <a:xfrm>
            <a:off x="1128065" y="3240732"/>
            <a:ext cx="3955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1013"/>
              </a:spcBef>
              <a:buNone/>
            </a:pPr>
            <a:r>
              <a:rPr lang="en-US" sz="1010" b="1" dirty="0">
                <a:solidFill>
                  <a:srgbClr val="14324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</a:t>
            </a:r>
            <a:endParaRPr lang="en-US" sz="1010" dirty="0"/>
          </a:p>
        </p:txBody>
      </p:sp>
      <p:sp>
        <p:nvSpPr>
          <p:cNvPr id="13" name="Text 9"/>
          <p:cNvSpPr/>
          <p:nvPr/>
        </p:nvSpPr>
        <p:spPr>
          <a:xfrm>
            <a:off x="546679" y="3469853"/>
            <a:ext cx="155823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830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Imported the supply chain</a:t>
            </a:r>
            <a:endParaRPr lang="en-US" sz="830" dirty="0"/>
          </a:p>
        </p:txBody>
      </p:sp>
      <p:sp>
        <p:nvSpPr>
          <p:cNvPr id="14" name="Text 10"/>
          <p:cNvSpPr/>
          <p:nvPr/>
        </p:nvSpPr>
        <p:spPr>
          <a:xfrm>
            <a:off x="691787" y="3595985"/>
            <a:ext cx="126802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830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 into Power BI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3223245" y="2578001"/>
            <a:ext cx="533400" cy="533400"/>
          </a:xfrm>
          <a:prstGeom prst="ellipse">
            <a:avLst/>
          </a:prstGeom>
          <a:solidFill>
            <a:srgbClr val="F4F7F8"/>
          </a:solidFill>
          <a:ln w="14288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3298947" y="2712913"/>
            <a:ext cx="38199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580" dirty="0"/>
          </a:p>
        </p:txBody>
      </p:sp>
      <p:sp>
        <p:nvSpPr>
          <p:cNvPr id="17" name="Text 13"/>
          <p:cNvSpPr/>
          <p:nvPr/>
        </p:nvSpPr>
        <p:spPr>
          <a:xfrm>
            <a:off x="2986977" y="3240732"/>
            <a:ext cx="100586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1013"/>
              </a:spcBef>
              <a:buNone/>
            </a:pPr>
            <a:r>
              <a:rPr lang="en-US" sz="1010" b="1" dirty="0">
                <a:solidFill>
                  <a:srgbClr val="14324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Query</a:t>
            </a:r>
            <a:endParaRPr lang="en-US" sz="1010" dirty="0"/>
          </a:p>
        </p:txBody>
      </p:sp>
      <p:sp>
        <p:nvSpPr>
          <p:cNvPr id="18" name="Text 14"/>
          <p:cNvSpPr/>
          <p:nvPr/>
        </p:nvSpPr>
        <p:spPr>
          <a:xfrm>
            <a:off x="2836344" y="3469853"/>
            <a:ext cx="130720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830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Checked, cleaned and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2921872" y="3595985"/>
            <a:ext cx="11360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830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standardized fields</a:t>
            </a:r>
            <a:endParaRPr lang="en-US" sz="830" dirty="0"/>
          </a:p>
        </p:txBody>
      </p:sp>
      <p:sp>
        <p:nvSpPr>
          <p:cNvPr id="20" name="Shape 16"/>
          <p:cNvSpPr/>
          <p:nvPr/>
        </p:nvSpPr>
        <p:spPr>
          <a:xfrm>
            <a:off x="5387355" y="2578001"/>
            <a:ext cx="533400" cy="533400"/>
          </a:xfrm>
          <a:prstGeom prst="ellipse">
            <a:avLst/>
          </a:prstGeom>
          <a:solidFill>
            <a:srgbClr val="F4F7F8"/>
          </a:solidFill>
          <a:ln w="14288">
            <a:solidFill>
              <a:srgbClr val="E7A2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5461229" y="2712913"/>
            <a:ext cx="3855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E7A2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580" dirty="0"/>
          </a:p>
        </p:txBody>
      </p:sp>
      <p:sp>
        <p:nvSpPr>
          <p:cNvPr id="22" name="Text 18"/>
          <p:cNvSpPr/>
          <p:nvPr/>
        </p:nvSpPr>
        <p:spPr>
          <a:xfrm>
            <a:off x="5215503" y="3240732"/>
            <a:ext cx="87710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1013"/>
              </a:spcBef>
              <a:buNone/>
            </a:pPr>
            <a:r>
              <a:rPr lang="en-US" sz="1010" b="1" dirty="0">
                <a:solidFill>
                  <a:srgbClr val="14324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Model</a:t>
            </a:r>
            <a:endParaRPr lang="en-US" sz="1010" dirty="0"/>
          </a:p>
        </p:txBody>
      </p:sp>
      <p:sp>
        <p:nvSpPr>
          <p:cNvPr id="23" name="Text 19"/>
          <p:cNvSpPr/>
          <p:nvPr/>
        </p:nvSpPr>
        <p:spPr>
          <a:xfrm>
            <a:off x="4756104" y="3469853"/>
            <a:ext cx="179582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830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relationships between</a:t>
            </a:r>
            <a:endParaRPr lang="en-US" sz="830" dirty="0"/>
          </a:p>
        </p:txBody>
      </p:sp>
      <p:sp>
        <p:nvSpPr>
          <p:cNvPr id="24" name="Text 20"/>
          <p:cNvSpPr/>
          <p:nvPr/>
        </p:nvSpPr>
        <p:spPr>
          <a:xfrm>
            <a:off x="5203809" y="3595985"/>
            <a:ext cx="9004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830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relevant tables</a:t>
            </a:r>
            <a:endParaRPr lang="en-US" sz="830" dirty="0"/>
          </a:p>
        </p:txBody>
      </p:sp>
      <p:sp>
        <p:nvSpPr>
          <p:cNvPr id="25" name="Shape 21"/>
          <p:cNvSpPr/>
          <p:nvPr/>
        </p:nvSpPr>
        <p:spPr>
          <a:xfrm>
            <a:off x="7551465" y="2578001"/>
            <a:ext cx="533400" cy="533400"/>
          </a:xfrm>
          <a:prstGeom prst="ellipse">
            <a:avLst/>
          </a:prstGeom>
          <a:solidFill>
            <a:srgbClr val="F4F7F8"/>
          </a:solidFill>
          <a:ln w="14288">
            <a:solidFill>
              <a:srgbClr val="14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7621663" y="2712913"/>
            <a:ext cx="39292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1432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580" dirty="0"/>
          </a:p>
        </p:txBody>
      </p:sp>
      <p:sp>
        <p:nvSpPr>
          <p:cNvPr id="27" name="Text 23"/>
          <p:cNvSpPr/>
          <p:nvPr/>
        </p:nvSpPr>
        <p:spPr>
          <a:xfrm>
            <a:off x="7391802" y="3240732"/>
            <a:ext cx="8527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1013"/>
              </a:spcBef>
              <a:buNone/>
            </a:pPr>
            <a:r>
              <a:rPr lang="en-US" sz="1010" b="1" dirty="0">
                <a:solidFill>
                  <a:srgbClr val="14324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</a:t>
            </a:r>
            <a:endParaRPr lang="en-US" sz="1010" dirty="0"/>
          </a:p>
        </p:txBody>
      </p:sp>
      <p:sp>
        <p:nvSpPr>
          <p:cNvPr id="28" name="Text 24"/>
          <p:cNvSpPr/>
          <p:nvPr/>
        </p:nvSpPr>
        <p:spPr>
          <a:xfrm>
            <a:off x="6968583" y="3469853"/>
            <a:ext cx="169908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830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calculated measures</a:t>
            </a:r>
            <a:endParaRPr lang="en-US" sz="830" dirty="0"/>
          </a:p>
        </p:txBody>
      </p:sp>
      <p:sp>
        <p:nvSpPr>
          <p:cNvPr id="29" name="Text 25"/>
          <p:cNvSpPr/>
          <p:nvPr/>
        </p:nvSpPr>
        <p:spPr>
          <a:xfrm>
            <a:off x="7256283" y="3595985"/>
            <a:ext cx="112369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830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visual analysis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324A"/>
          </a:solidFill>
          <a:ln/>
        </p:spPr>
        <p:txBody>
          <a:bodyPr/>
          <a:lstStyle/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35" y="410766"/>
            <a:ext cx="457200" cy="4762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14556" y="360015"/>
            <a:ext cx="5633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40035" y="720030"/>
            <a:ext cx="123019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 / MEASURE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640035" y="854383"/>
            <a:ext cx="5804178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880" b="1" kern="0" spc="-144" dirty="0">
                <a:solidFill>
                  <a:srgbClr val="FFFF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Key Performance Indicators</a:t>
            </a:r>
            <a:endParaRPr lang="en-US" sz="2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1943" y="2917031"/>
            <a:ext cx="107628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781943" y="3249364"/>
            <a:ext cx="1046589" cy="71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24"/>
              </a:lnSpc>
              <a:buNone/>
            </a:pPr>
            <a:endParaRPr lang="en-US" sz="2020" dirty="0"/>
          </a:p>
        </p:txBody>
      </p:sp>
      <p:sp>
        <p:nvSpPr>
          <p:cNvPr id="13" name="Text 11"/>
          <p:cNvSpPr/>
          <p:nvPr/>
        </p:nvSpPr>
        <p:spPr>
          <a:xfrm>
            <a:off x="2378497" y="2917031"/>
            <a:ext cx="1053845" cy="282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2378497" y="3393356"/>
            <a:ext cx="1046589" cy="71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24"/>
              </a:lnSpc>
              <a:buNone/>
            </a:pPr>
            <a:endParaRPr lang="en-US" sz="2020" dirty="0"/>
          </a:p>
        </p:txBody>
      </p:sp>
      <p:sp>
        <p:nvSpPr>
          <p:cNvPr id="17" name="Text 15"/>
          <p:cNvSpPr/>
          <p:nvPr/>
        </p:nvSpPr>
        <p:spPr>
          <a:xfrm>
            <a:off x="3975050" y="2917031"/>
            <a:ext cx="1260477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3975050" y="3249364"/>
            <a:ext cx="1046589" cy="71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24"/>
              </a:lnSpc>
              <a:buNone/>
            </a:pPr>
            <a:endParaRPr lang="en-US" sz="2020" dirty="0"/>
          </a:p>
        </p:txBody>
      </p:sp>
      <p:sp>
        <p:nvSpPr>
          <p:cNvPr id="21" name="Text 19"/>
          <p:cNvSpPr/>
          <p:nvPr/>
        </p:nvSpPr>
        <p:spPr>
          <a:xfrm>
            <a:off x="5571604" y="2917031"/>
            <a:ext cx="150222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5571604" y="3249364"/>
            <a:ext cx="1046589" cy="71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24"/>
              </a:lnSpc>
              <a:buNone/>
            </a:pPr>
            <a:endParaRPr lang="en-US" sz="2020" dirty="0"/>
          </a:p>
        </p:txBody>
      </p:sp>
      <p:sp>
        <p:nvSpPr>
          <p:cNvPr id="25" name="Text 23"/>
          <p:cNvSpPr/>
          <p:nvPr/>
        </p:nvSpPr>
        <p:spPr>
          <a:xfrm>
            <a:off x="7168158" y="2917031"/>
            <a:ext cx="1362827" cy="282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7168158" y="3393356"/>
            <a:ext cx="1046589" cy="71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24"/>
              </a:lnSpc>
              <a:buNone/>
            </a:pPr>
            <a:endParaRPr lang="en-US" sz="202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2DB4BC-6914-AAA4-663C-01F6D653BCA0}"/>
              </a:ext>
            </a:extLst>
          </p:cNvPr>
          <p:cNvSpPr txBox="1"/>
          <p:nvPr/>
        </p:nvSpPr>
        <p:spPr>
          <a:xfrm>
            <a:off x="781943" y="1330663"/>
            <a:ext cx="805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&amp; Product Performance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200E81-AC4D-ACB9-3DA7-9364B8377D20}"/>
              </a:ext>
            </a:extLst>
          </p:cNvPr>
          <p:cNvSpPr txBox="1"/>
          <p:nvPr/>
        </p:nvSpPr>
        <p:spPr>
          <a:xfrm>
            <a:off x="848956" y="2471101"/>
            <a:ext cx="805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Shipping &amp; Delivery Performance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E423EC-95B9-4E46-1DD5-2FB505AF82E2}"/>
              </a:ext>
            </a:extLst>
          </p:cNvPr>
          <p:cNvSpPr txBox="1"/>
          <p:nvPr/>
        </p:nvSpPr>
        <p:spPr>
          <a:xfrm>
            <a:off x="815285" y="3647352"/>
            <a:ext cx="805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&amp; Region Analysis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1E5E73-F714-9FFE-E507-3FDF6AAD8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21" y="2904163"/>
            <a:ext cx="8087854" cy="48584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DF79BFC-EFA4-2A92-AA52-991DF675E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686" y="4180548"/>
            <a:ext cx="7925906" cy="485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8A04FF-EB72-2747-FD68-1150DD0AA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21" y="1751550"/>
            <a:ext cx="8054511" cy="504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35" y="410766"/>
            <a:ext cx="457200" cy="4762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114556" y="360015"/>
            <a:ext cx="5633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640035" y="720030"/>
            <a:ext cx="210374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07 / DASHBOARD PAGE 1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640035" y="932929"/>
            <a:ext cx="636690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590" b="1" kern="0" spc="-130" dirty="0">
                <a:solidFill>
                  <a:srgbClr val="11283A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Sales  &amp; Product Performance</a:t>
            </a:r>
            <a:endParaRPr lang="en-US" sz="25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40221" y="1748973"/>
            <a:ext cx="745561" cy="176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35" y="2124261"/>
            <a:ext cx="17615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35" y="2354795"/>
            <a:ext cx="21246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35" y="2635568"/>
            <a:ext cx="18391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0215" y="2888624"/>
            <a:ext cx="2207255" cy="29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382207" y="3186417"/>
            <a:ext cx="19686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68772" y="4352032"/>
            <a:ext cx="281080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768772" y="4504431"/>
            <a:ext cx="776786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3585270" y="1674391"/>
            <a:ext cx="257466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5703901" y="2852365"/>
            <a:ext cx="388092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endParaRPr lang="en-US" sz="2160" dirty="0"/>
          </a:p>
        </p:txBody>
      </p:sp>
      <p:sp>
        <p:nvSpPr>
          <p:cNvPr id="20" name="Text 17"/>
          <p:cNvSpPr/>
          <p:nvPr/>
        </p:nvSpPr>
        <p:spPr>
          <a:xfrm>
            <a:off x="4034102" y="3419996"/>
            <a:ext cx="372769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334571" y="3686101"/>
            <a:ext cx="31267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endParaRPr lang="en-US" sz="79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5753" y="1664866"/>
            <a:ext cx="4624387" cy="26193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0702C4E-E8EC-E1E8-6BC7-528B24040601}"/>
              </a:ext>
            </a:extLst>
          </p:cNvPr>
          <p:cNvSpPr txBox="1"/>
          <p:nvPr/>
        </p:nvSpPr>
        <p:spPr>
          <a:xfrm>
            <a:off x="543901" y="1448922"/>
            <a:ext cx="4164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1 – Sales &amp; Profit Over Time (2015-2018)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E5970A-A137-F952-FBF1-9FE38C78E8B1}"/>
              </a:ext>
            </a:extLst>
          </p:cNvPr>
          <p:cNvSpPr txBox="1"/>
          <p:nvPr/>
        </p:nvSpPr>
        <p:spPr>
          <a:xfrm>
            <a:off x="543900" y="2361160"/>
            <a:ext cx="43959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2015-17: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steady growth, peak in 2017 ($2.1M)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35% drop due to late delivery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16% maintained overall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1969288-AD83-BE78-7028-02EB4261D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186" y="1114096"/>
            <a:ext cx="3727691" cy="32484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547A42B-962E-AA65-6FA6-AD7044F36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"/>
            <a:ext cx="9144000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E6272D-1F60-2D7A-CBAC-FA3FF5F56750}"/>
              </a:ext>
            </a:extLst>
          </p:cNvPr>
          <p:cNvSpPr txBox="1"/>
          <p:nvPr/>
        </p:nvSpPr>
        <p:spPr>
          <a:xfrm>
            <a:off x="4840014" y="505732"/>
            <a:ext cx="3957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2 - Sales by Market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324AE2-0A80-FF40-5F3D-121E8C84EA15}"/>
              </a:ext>
            </a:extLst>
          </p:cNvPr>
          <p:cNvSpPr txBox="1"/>
          <p:nvPr/>
        </p:nvSpPr>
        <p:spPr>
          <a:xfrm>
            <a:off x="4822504" y="1378825"/>
            <a:ext cx="39746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Market: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$10.87M (29.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of total sales)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LATAM - $10.28M, Pasi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$8.27M,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USCA - $5.07M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Africa - $2.29M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DE86D1-FA07-9DC4-DD26-BC905B356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41" y="780800"/>
            <a:ext cx="4225159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15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14556" y="360015"/>
            <a:ext cx="5633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640966" y="2281647"/>
            <a:ext cx="2466975" cy="2347912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39104" y="1703187"/>
            <a:ext cx="116083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30811" y="2403202"/>
            <a:ext cx="257466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7904038" y="2407369"/>
            <a:ext cx="51510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4079717" y="3683868"/>
            <a:ext cx="372769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11778" y="3949973"/>
            <a:ext cx="266357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endParaRPr lang="en-US" sz="790" dirty="0"/>
          </a:p>
        </p:txBody>
      </p:sp>
      <p:sp>
        <p:nvSpPr>
          <p:cNvPr id="16" name="Text 12"/>
          <p:cNvSpPr/>
          <p:nvPr/>
        </p:nvSpPr>
        <p:spPr>
          <a:xfrm>
            <a:off x="639104" y="2064909"/>
            <a:ext cx="246697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76"/>
              </a:lnSpc>
              <a:spcAft>
                <a:spcPts val="567"/>
              </a:spcAft>
            </a:pPr>
            <a:endParaRPr lang="en-US" sz="1100" dirty="0">
              <a:solidFill>
                <a:srgbClr val="11283A"/>
              </a:solidFill>
              <a:latin typeface="Times New Roman" panose="02020603050405020304" pitchFamily="18" charset="0"/>
              <a:ea typeface="Source Sans 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2769" y="2302148"/>
            <a:ext cx="5081587" cy="352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3173B6-1495-8DD5-2127-B688E3545888}"/>
              </a:ext>
            </a:extLst>
          </p:cNvPr>
          <p:cNvSpPr txBox="1"/>
          <p:nvPr/>
        </p:nvSpPr>
        <p:spPr>
          <a:xfrm>
            <a:off x="455903" y="891469"/>
            <a:ext cx="3174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3 - Quantity by Product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4BEE56-767F-EE9B-5317-DE5AC6C2E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714" y="1156138"/>
            <a:ext cx="4763711" cy="32266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745D39-77CE-0557-E07A-08D2AF5770C1}"/>
              </a:ext>
            </a:extLst>
          </p:cNvPr>
          <p:cNvSpPr txBox="1"/>
          <p:nvPr/>
        </p:nvSpPr>
        <p:spPr>
          <a:xfrm>
            <a:off x="640966" y="1526039"/>
            <a:ext cx="31060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Fitness Perfect Rip Deck - 74K qty (highest demand)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Nike Men's Dri-FIT Golf Polo - 63K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in Top 5: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Armour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Toddler Spine Surge Runni  - 32K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14556" y="360015"/>
            <a:ext cx="5633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640035" y="720030"/>
            <a:ext cx="210374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772790" y="2413620"/>
            <a:ext cx="384125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2790" y="2765078"/>
            <a:ext cx="5663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2790" y="2896493"/>
            <a:ext cx="8799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07778" y="2413620"/>
            <a:ext cx="42630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107778" y="2765078"/>
            <a:ext cx="117979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107778" y="2896493"/>
            <a:ext cx="59337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2790" y="3445966"/>
            <a:ext cx="43046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72790" y="3797424"/>
            <a:ext cx="59840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2790" y="3928839"/>
            <a:ext cx="81083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107778" y="3445966"/>
            <a:ext cx="43878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107778" y="3797424"/>
            <a:ext cx="63806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107778" y="3928839"/>
            <a:ext cx="11535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17848" y="4457812"/>
            <a:ext cx="28061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768772" y="4483447"/>
            <a:ext cx="86781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830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830" dirty="0"/>
          </a:p>
        </p:txBody>
      </p:sp>
      <p:sp>
        <p:nvSpPr>
          <p:cNvPr id="26" name="Text 23"/>
          <p:cNvSpPr/>
          <p:nvPr/>
        </p:nvSpPr>
        <p:spPr>
          <a:xfrm>
            <a:off x="3722266" y="2378199"/>
            <a:ext cx="257466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7904038" y="2382366"/>
            <a:ext cx="51510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4125408" y="3658865"/>
            <a:ext cx="372769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716490" y="3924970"/>
            <a:ext cx="25454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endParaRPr lang="en-US" sz="79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3740" y="2277145"/>
            <a:ext cx="4991100" cy="35242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1B0CD09-EB24-82C8-989D-7CD51CFF5F32}"/>
              </a:ext>
            </a:extLst>
          </p:cNvPr>
          <p:cNvSpPr txBox="1"/>
          <p:nvPr/>
        </p:nvSpPr>
        <p:spPr>
          <a:xfrm>
            <a:off x="5375752" y="687764"/>
            <a:ext cx="4645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4 – Sales &amp;Profit by Category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650ACC-4B3E-FCF3-A310-D64E061B05C4}"/>
              </a:ext>
            </a:extLst>
          </p:cNvPr>
          <p:cNvSpPr txBox="1"/>
          <p:nvPr/>
        </p:nvSpPr>
        <p:spPr>
          <a:xfrm>
            <a:off x="5375753" y="1311379"/>
            <a:ext cx="34739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Sales + Profit: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Fishing - Sales high ($69M) but profit ($7M)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balance: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Cleats - Sales $44M Profit $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(most profitable)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sales ≠ High profit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A4F221-6642-DE5A-16AC-B0F39BE0D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186" y="1047974"/>
            <a:ext cx="4897821" cy="380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9A7AAF1F-61D1-820E-8F27-756E13BE5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CF9161E4-6080-F741-494E-F4A9C0B14BDF}"/>
              </a:ext>
            </a:extLst>
          </p:cNvPr>
          <p:cNvSpPr/>
          <p:nvPr/>
        </p:nvSpPr>
        <p:spPr>
          <a:xfrm>
            <a:off x="640035" y="567630"/>
            <a:ext cx="210374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  / DASHBOARD PAGE 2</a:t>
            </a:r>
            <a:endParaRPr lang="en-US" sz="830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F7E0E17D-5FCC-AD1C-984F-3A54BC86459B}"/>
              </a:ext>
            </a:extLst>
          </p:cNvPr>
          <p:cNvSpPr/>
          <p:nvPr/>
        </p:nvSpPr>
        <p:spPr>
          <a:xfrm>
            <a:off x="411435" y="271376"/>
            <a:ext cx="457200" cy="4762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A5E6FA2-A5FC-C328-0096-14092ED06F60}"/>
              </a:ext>
            </a:extLst>
          </p:cNvPr>
          <p:cNvSpPr/>
          <p:nvPr/>
        </p:nvSpPr>
        <p:spPr>
          <a:xfrm>
            <a:off x="640035" y="868560"/>
            <a:ext cx="636690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590" b="1" kern="0" spc="-130" dirty="0">
                <a:solidFill>
                  <a:srgbClr val="11283A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Shipping &amp; Delivery Performance</a:t>
            </a:r>
            <a:endParaRPr lang="en-US" sz="25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F63103-0EE9-8A4D-063D-4888E788379D}"/>
              </a:ext>
            </a:extLst>
          </p:cNvPr>
          <p:cNvSpPr txBox="1"/>
          <p:nvPr/>
        </p:nvSpPr>
        <p:spPr>
          <a:xfrm>
            <a:off x="543900" y="1436190"/>
            <a:ext cx="344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1 – Shipping Mode Usage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E3D2E5-8E64-5051-D6A5-12F4E3DA1A20}"/>
              </a:ext>
            </a:extLst>
          </p:cNvPr>
          <p:cNvSpPr txBox="1"/>
          <p:nvPr/>
        </p:nvSpPr>
        <p:spPr>
          <a:xfrm>
            <a:off x="661375" y="2248137"/>
            <a:ext cx="34483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Class: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0% (cheapest, most used)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Class: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Class &amp; Same Day: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 only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CC8098-49A2-E679-C4D9-599A99780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230" y="1436190"/>
            <a:ext cx="4654011" cy="302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82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50DF955-6EE4-06F4-7115-F2BD3725B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7FB17B87-E015-92B3-033B-888ED6A943ED}"/>
              </a:ext>
            </a:extLst>
          </p:cNvPr>
          <p:cNvSpPr/>
          <p:nvPr/>
        </p:nvSpPr>
        <p:spPr>
          <a:xfrm>
            <a:off x="4414345" y="194713"/>
            <a:ext cx="4614041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IN" b="1" kern="0" spc="-130" dirty="0">
                <a:solidFill>
                  <a:srgbClr val="11283A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Chart  2 - </a:t>
            </a:r>
            <a:r>
              <a:rPr lang="en-US" b="1" kern="0" spc="-130" dirty="0">
                <a:solidFill>
                  <a:srgbClr val="11283A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Late Delivery Rate by Shipping</a:t>
            </a:r>
            <a:r>
              <a:rPr lang="en-IN" b="1" kern="0" spc="-130" dirty="0">
                <a:solidFill>
                  <a:srgbClr val="11283A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Mode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76FD43-D09A-33E6-870C-0C00DD0BA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66" y="723849"/>
            <a:ext cx="3773214" cy="40321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506F4B-1B7F-76CE-1DB1-F0FB00FA1127}"/>
              </a:ext>
            </a:extLst>
          </p:cNvPr>
          <p:cNvSpPr txBox="1"/>
          <p:nvPr/>
        </p:nvSpPr>
        <p:spPr>
          <a:xfrm>
            <a:off x="4414344" y="820506"/>
            <a:ext cx="37732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Class: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∼95% - Highest late delivery rate. Almost all First Class orders are late.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Class: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∼77% - Second highest late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Day: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∼46% - Moderate late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Class: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∼38% - Lowest late rate, most reliable.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854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7224BF7-9110-485C-85B9-6D7364194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9FF183-0352-592F-0D78-9DB853D1C0C2}"/>
              </a:ext>
            </a:extLst>
          </p:cNvPr>
          <p:cNvSpPr txBox="1"/>
          <p:nvPr/>
        </p:nvSpPr>
        <p:spPr>
          <a:xfrm>
            <a:off x="455903" y="706803"/>
            <a:ext cx="483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3 –Shipping Delay &amp; Profit by Category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12F616-6860-6938-F5A8-82F1266D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855" y="1198179"/>
            <a:ext cx="4393324" cy="36470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1BC133-E247-AC5F-1B57-AE9136D1A391}"/>
              </a:ext>
            </a:extLst>
          </p:cNvPr>
          <p:cNvSpPr txBox="1"/>
          <p:nvPr/>
        </p:nvSpPr>
        <p:spPr>
          <a:xfrm>
            <a:off x="483476" y="1417588"/>
            <a:ext cx="34579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Golf Bags: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high (0.77), Profit low ($1.8K)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Boxing &amp; MMA: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low (0.66), Profit high ($8.5K) – Best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 Training: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lowest ($0.3K)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936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09575F9-1BD5-D2AD-FD5E-60E28DDC4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27CFFE-1E1E-5826-B454-7B58B8E001E3}"/>
              </a:ext>
            </a:extLst>
          </p:cNvPr>
          <p:cNvSpPr txBox="1"/>
          <p:nvPr/>
        </p:nvSpPr>
        <p:spPr>
          <a:xfrm>
            <a:off x="4929352" y="263899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4 – Late Delivery by Country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AFD48C-A9C5-54C7-192D-D58310F14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79" y="714703"/>
            <a:ext cx="4288221" cy="4014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08AC4E-F156-48D5-B33A-1CFD6A261422}"/>
              </a:ext>
            </a:extLst>
          </p:cNvPr>
          <p:cNvSpPr txBox="1"/>
          <p:nvPr/>
        </p:nvSpPr>
        <p:spPr>
          <a:xfrm>
            <a:off x="4730030" y="934313"/>
            <a:ext cx="44139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Estados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Unidos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Largest bubble = Highest late deliveries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2nd largest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Mexico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Medium late deliveries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 ,Alemania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Smaller but still has late deliveries</a:t>
            </a:r>
          </a:p>
        </p:txBody>
      </p:sp>
    </p:spTree>
    <p:extLst>
      <p:ext uri="{BB962C8B-B14F-4D97-AF65-F5344CB8AC3E}">
        <p14:creationId xmlns:p14="http://schemas.microsoft.com/office/powerpoint/2010/main" val="1774409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F033EF5-1B3F-322B-497F-FF44913A0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7537F6-378D-6DF8-06E3-1E84A11039C4}"/>
              </a:ext>
            </a:extLst>
          </p:cNvPr>
          <p:cNvSpPr txBox="1"/>
          <p:nvPr/>
        </p:nvSpPr>
        <p:spPr>
          <a:xfrm>
            <a:off x="294290" y="382210"/>
            <a:ext cx="42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5 – Average Shipping Days by Shipping Mode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38C1AD-B3CB-4AC5-855C-71239682B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241" y="1166648"/>
            <a:ext cx="4540469" cy="37719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0F01BD-43FB-612B-00C4-803CDFAD6E13}"/>
              </a:ext>
            </a:extLst>
          </p:cNvPr>
          <p:cNvSpPr txBox="1"/>
          <p:nvPr/>
        </p:nvSpPr>
        <p:spPr>
          <a:xfrm>
            <a:off x="504495" y="1282261"/>
            <a:ext cx="35104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Class: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4.00 days – Takes longest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Class: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3.99 days – Almost same as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Class: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2.00 days – Half the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Day: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0.48 days – Fastest, less than 1 day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182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52EBF08-F3FA-7C4A-1D91-E17F637DA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6DE8E0-B2FD-8241-19FC-18E5B8E81CA4}"/>
              </a:ext>
            </a:extLst>
          </p:cNvPr>
          <p:cNvSpPr txBox="1"/>
          <p:nvPr/>
        </p:nvSpPr>
        <p:spPr>
          <a:xfrm>
            <a:off x="5042649" y="1496025"/>
            <a:ext cx="3854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1– Sales by Customer Segment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D71F9F80-5107-10E4-B1CF-69DD0ABC8290}"/>
              </a:ext>
            </a:extLst>
          </p:cNvPr>
          <p:cNvSpPr/>
          <p:nvPr/>
        </p:nvSpPr>
        <p:spPr>
          <a:xfrm>
            <a:off x="8333607" y="353493"/>
            <a:ext cx="457200" cy="4762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C6BD554-4D2A-4855-B838-33B09F1DD7EB}"/>
              </a:ext>
            </a:extLst>
          </p:cNvPr>
          <p:cNvSpPr/>
          <p:nvPr/>
        </p:nvSpPr>
        <p:spPr>
          <a:xfrm>
            <a:off x="6964025" y="628558"/>
            <a:ext cx="210374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16/ DASHBOARD PAGE 3</a:t>
            </a:r>
            <a:endParaRPr lang="en-US" sz="83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59F277-D8FC-0251-B529-C198A0548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26" y="906635"/>
            <a:ext cx="4273674" cy="38860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E30B7B-BB82-FA74-4FA1-86D89B8DB5C6}"/>
              </a:ext>
            </a:extLst>
          </p:cNvPr>
          <p:cNvSpPr txBox="1"/>
          <p:nvPr/>
        </p:nvSpPr>
        <p:spPr>
          <a:xfrm>
            <a:off x="5118538" y="2205540"/>
            <a:ext cx="32150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∼19M – Highest late deliveries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∼11M – Medium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Office: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∼6.5M – Lowest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0A341905-DCAF-323F-26DF-32D34E0E147D}"/>
              </a:ext>
            </a:extLst>
          </p:cNvPr>
          <p:cNvSpPr/>
          <p:nvPr/>
        </p:nvSpPr>
        <p:spPr>
          <a:xfrm>
            <a:off x="4665497" y="906635"/>
            <a:ext cx="403071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590" b="1" kern="0" spc="-130" dirty="0">
                <a:solidFill>
                  <a:srgbClr val="11283A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Customer &amp; Regional Analysis</a:t>
            </a:r>
            <a:endParaRPr lang="en-US" sz="25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269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F464BEDE-D598-B4DD-6871-DB1D30371FE9}"/>
              </a:ext>
            </a:extLst>
          </p:cNvPr>
          <p:cNvSpPr/>
          <p:nvPr/>
        </p:nvSpPr>
        <p:spPr>
          <a:xfrm>
            <a:off x="387786" y="462460"/>
            <a:ext cx="7117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endParaRPr lang="en-US" sz="25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FC4A0AE-7815-25FB-6FF7-B1286AD90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83668A-2716-18D7-E9CC-816DC90A23C4}"/>
              </a:ext>
            </a:extLst>
          </p:cNvPr>
          <p:cNvSpPr txBox="1"/>
          <p:nvPr/>
        </p:nvSpPr>
        <p:spPr>
          <a:xfrm>
            <a:off x="533711" y="672010"/>
            <a:ext cx="2997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2 – Average Order by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72806F-1F0D-A5E2-9452-C15C30F15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076" y="756745"/>
            <a:ext cx="4469213" cy="35840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FDFA04-1EE5-C556-1289-8BDDCFCADEFF}"/>
              </a:ext>
            </a:extLst>
          </p:cNvPr>
          <p:cNvSpPr txBox="1"/>
          <p:nvPr/>
        </p:nvSpPr>
        <p:spPr>
          <a:xfrm>
            <a:off x="1172703" y="1755227"/>
            <a:ext cx="22326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∼204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∼203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Office: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∼202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428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5FD6323-390D-A6AB-902F-ABFE1D144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B4F566-F221-7EA9-9689-AE958B6B79A7}"/>
              </a:ext>
            </a:extLst>
          </p:cNvPr>
          <p:cNvSpPr txBox="1"/>
          <p:nvPr/>
        </p:nvSpPr>
        <p:spPr>
          <a:xfrm>
            <a:off x="4939862" y="562690"/>
            <a:ext cx="435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3– Total Order by Order Country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1DF9CE-3453-00D9-5B06-594F6B85E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48" y="824114"/>
            <a:ext cx="4540468" cy="40106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66A23E-7DB8-2513-D6D2-7678E70260DC}"/>
              </a:ext>
            </a:extLst>
          </p:cNvPr>
          <p:cNvSpPr txBox="1"/>
          <p:nvPr/>
        </p:nvSpPr>
        <p:spPr>
          <a:xfrm>
            <a:off x="5150066" y="1350704"/>
            <a:ext cx="369964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Estados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Unidos (USA):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∼8.2K – Highest, more than double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Francia (France):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∼4.8K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México (Mexico):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∼4.3K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∼3.7K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Alemania (Germany):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∼3.5K – Lowest</a:t>
            </a:r>
          </a:p>
        </p:txBody>
      </p:sp>
    </p:spTree>
    <p:extLst>
      <p:ext uri="{BB962C8B-B14F-4D97-AF65-F5344CB8AC3E}">
        <p14:creationId xmlns:p14="http://schemas.microsoft.com/office/powerpoint/2010/main" val="3027212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C611D5B-EE99-0458-7594-66DD49705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92A646-805A-21D0-A133-50AC2C5A1D99}"/>
              </a:ext>
            </a:extLst>
          </p:cNvPr>
          <p:cNvSpPr txBox="1"/>
          <p:nvPr/>
        </p:nvSpPr>
        <p:spPr>
          <a:xfrm>
            <a:off x="323504" y="559135"/>
            <a:ext cx="4098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4– Profit Contribution by Region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74D210-52E0-BD41-C686-D186E4E28EF8}"/>
              </a:ext>
            </a:extLst>
          </p:cNvPr>
          <p:cNvSpPr txBox="1"/>
          <p:nvPr/>
        </p:nvSpPr>
        <p:spPr>
          <a:xfrm>
            <a:off x="420413" y="1082564"/>
            <a:ext cx="31049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Profit: $2.04M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Western Europe (Green):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∼35% – Highest contributor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America (Blue):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∼25%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America (Yellow):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∼18%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Northern Europe (Red):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∼12%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Southern Europe (Purple):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∼10% – Lowest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E6E94C-7AE7-A9FC-41E0-E2E46B05F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082564"/>
            <a:ext cx="4766310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27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7ACEAEC-1D3F-84DD-2A40-12E4ADFC8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71F9B4-99A5-2E52-EB2D-2FD0E4104F62}"/>
              </a:ext>
            </a:extLst>
          </p:cNvPr>
          <p:cNvSpPr txBox="1"/>
          <p:nvPr/>
        </p:nvSpPr>
        <p:spPr>
          <a:xfrm>
            <a:off x="4803230" y="491552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5– Total Customer &amp; Active Customer by Order Region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841662-E81E-F330-3C8E-B9DCF9272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2" y="819807"/>
            <a:ext cx="4151586" cy="37835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9905CD-FBAB-80EA-8F2D-D2062024ABE7}"/>
              </a:ext>
            </a:extLst>
          </p:cNvPr>
          <p:cNvSpPr txBox="1"/>
          <p:nvPr/>
        </p:nvSpPr>
        <p:spPr>
          <a:xfrm>
            <a:off x="4803230" y="1336073"/>
            <a:ext cx="40149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Western Europe: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7695 | Active 197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America: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6564 | Active 184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America: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4131 | Active 121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Southeast Asia: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4101 | Active 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Oceania: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4042 | Active 86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419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35" y="410766"/>
            <a:ext cx="457200" cy="4762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114556" y="360015"/>
            <a:ext cx="5633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640035" y="720030"/>
            <a:ext cx="98312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0D94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 / CLOSE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640035" y="928167"/>
            <a:ext cx="5599673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880" b="1" kern="0" spc="-144" dirty="0">
                <a:solidFill>
                  <a:srgbClr val="11283A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Conclusion &amp; Future Scope</a:t>
            </a:r>
            <a:endParaRPr lang="en-US" sz="2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519" y="2674665"/>
            <a:ext cx="3748087" cy="18002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0519" y="1973389"/>
            <a:ext cx="115948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44" dirty="0">
                <a:solidFill>
                  <a:srgbClr val="14324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CONCLUSION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755356" y="2674665"/>
            <a:ext cx="3748087" cy="18002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648159" y="1890979"/>
            <a:ext cx="133806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44" dirty="0">
                <a:solidFill>
                  <a:srgbClr val="14324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FUTURE SCOPE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35" y="4716661"/>
            <a:ext cx="422154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36" dirty="0">
                <a:solidFill>
                  <a:srgbClr val="60738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SUPPLY CHAIN PERFORMANCE ANALYTICS · DHIVYA G</a:t>
            </a:r>
            <a:endParaRPr lang="en-US" sz="76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519" y="1793155"/>
            <a:ext cx="3748087" cy="18002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519" y="2317887"/>
            <a:ext cx="3748087" cy="1461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59"/>
              </a:lnSpc>
              <a:spcAft>
                <a:spcPts val="567"/>
              </a:spcAft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The dashboard provides a consolidated view of supply chain performance.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159"/>
              </a:lnSpc>
              <a:spcAft>
                <a:spcPts val="567"/>
              </a:spcAft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Power BI makes it easier to monitor important KPIs and identify operational patterns.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159"/>
              </a:lnSpc>
              <a:spcAft>
                <a:spcPts val="567"/>
              </a:spcAft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Interactive filters help users explore the data from different perspectives.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159"/>
              </a:lnSpc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The analysis can support better operational planning and decision-making.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159" y="1793154"/>
            <a:ext cx="3748087" cy="18002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48158" y="2214228"/>
            <a:ext cx="3748087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59"/>
              </a:lnSpc>
              <a:spcAft>
                <a:spcPts val="567"/>
              </a:spcAft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Real-time supply chain monitoring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159"/>
              </a:lnSpc>
              <a:spcAft>
                <a:spcPts val="567"/>
              </a:spcAft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Predictive demand forecasting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159"/>
              </a:lnSpc>
              <a:spcAft>
                <a:spcPts val="567"/>
              </a:spcAft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Delivery delay prediction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159"/>
              </a:lnSpc>
              <a:spcAft>
                <a:spcPts val="567"/>
              </a:spcAft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Automated alerts for inventory shortages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159"/>
              </a:lnSpc>
              <a:buNone/>
            </a:pPr>
            <a:r>
              <a:rPr lang="en-US" sz="1200" dirty="0">
                <a:solidFill>
                  <a:srgbClr val="11283A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Supplier risk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1062</Words>
  <Application>Microsoft Office PowerPoint</Application>
  <PresentationFormat>On-screen Show (16:9)</PresentationFormat>
  <Paragraphs>228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Source Sans 3</vt:lpstr>
      <vt:lpstr>Space Grotesk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Dhivya G</cp:lastModifiedBy>
  <cp:revision>1</cp:revision>
  <dcterms:created xsi:type="dcterms:W3CDTF">2026-09-18T01:16:29Z</dcterms:created>
  <dcterms:modified xsi:type="dcterms:W3CDTF">2026-09-30T10:06:11Z</dcterms:modified>
</cp:coreProperties>
</file>